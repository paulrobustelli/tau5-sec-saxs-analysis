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47.png"/><Relationship Id="rId4" Type="http://schemas.openxmlformats.org/officeDocument/2006/relationships/image" Target="../media/image4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53.png"/><Relationship Id="rId4" Type="http://schemas.openxmlformats.org/officeDocument/2006/relationships/image" Target="../media/image5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image" Target="../media/image80.png"/><Relationship Id="rId4" Type="http://schemas.openxmlformats.org/officeDocument/2006/relationships/image" Target="../media/image8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image" Target="../media/image89.png"/><Relationship Id="rId4" Type="http://schemas.openxmlformats.org/officeDocument/2006/relationships/image" Target="../media/image9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image" Target="../media/image92.png"/><Relationship Id="rId4" Type="http://schemas.openxmlformats.org/officeDocument/2006/relationships/image" Target="../media/image9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image" Target="../media/image95.png"/><Relationship Id="rId4" Type="http://schemas.openxmlformats.org/officeDocument/2006/relationships/image" Target="../media/image96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image" Target="../media/image98.png"/><Relationship Id="rId4" Type="http://schemas.openxmlformats.org/officeDocument/2006/relationships/image" Target="../media/image99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image" Target="../media/image101.png"/><Relationship Id="rId4" Type="http://schemas.openxmlformats.org/officeDocument/2006/relationships/image" Target="../media/image102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image" Target="../media/image104.png"/><Relationship Id="rId4" Type="http://schemas.openxmlformats.org/officeDocument/2006/relationships/image" Target="../media/image10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image" Target="../media/image107.png"/><Relationship Id="rId4" Type="http://schemas.openxmlformats.org/officeDocument/2006/relationships/image" Target="../media/image108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image" Target="../media/image110.png"/><Relationship Id="rId4" Type="http://schemas.openxmlformats.org/officeDocument/2006/relationships/image" Target="../media/image11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image" Target="../media/image113.png"/><Relationship Id="rId4" Type="http://schemas.openxmlformats.org/officeDocument/2006/relationships/image" Target="../media/image1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image" Target="../media/image116.png"/><Relationship Id="rId4" Type="http://schemas.openxmlformats.org/officeDocument/2006/relationships/image" Target="../media/image117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image" Target="../media/image119.png"/><Relationship Id="rId4" Type="http://schemas.openxmlformats.org/officeDocument/2006/relationships/image" Target="../media/image120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image" Target="../media/image125.png"/><Relationship Id="rId4" Type="http://schemas.openxmlformats.org/officeDocument/2006/relationships/image" Target="../media/image126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3" Type="http://schemas.openxmlformats.org/officeDocument/2006/relationships/image" Target="../media/image128.png"/><Relationship Id="rId4" Type="http://schemas.openxmlformats.org/officeDocument/2006/relationships/image" Target="../media/image129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image" Target="../media/image131.png"/><Relationship Id="rId4" Type="http://schemas.openxmlformats.org/officeDocument/2006/relationships/image" Target="../media/image13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3" Type="http://schemas.openxmlformats.org/officeDocument/2006/relationships/image" Target="../media/image137.png"/><Relationship Id="rId4" Type="http://schemas.openxmlformats.org/officeDocument/2006/relationships/image" Target="../media/image138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image" Target="../media/image140.png"/><Relationship Id="rId4" Type="http://schemas.openxmlformats.org/officeDocument/2006/relationships/image" Target="../media/image14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image" Target="../media/image143.png"/><Relationship Id="rId4" Type="http://schemas.openxmlformats.org/officeDocument/2006/relationships/image" Target="../media/image144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Relationship Id="rId3" Type="http://schemas.openxmlformats.org/officeDocument/2006/relationships/image" Target="../media/image146.png"/><Relationship Id="rId4" Type="http://schemas.openxmlformats.org/officeDocument/2006/relationships/image" Target="../media/image147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Relationship Id="rId3" Type="http://schemas.openxmlformats.org/officeDocument/2006/relationships/image" Target="../media/image149.png"/><Relationship Id="rId4" Type="http://schemas.openxmlformats.org/officeDocument/2006/relationships/image" Target="../media/image15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image" Target="../media/image152.png"/><Relationship Id="rId4" Type="http://schemas.openxmlformats.org/officeDocument/2006/relationships/image" Target="../media/image153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Relationship Id="rId3" Type="http://schemas.openxmlformats.org/officeDocument/2006/relationships/image" Target="../media/image155.png"/><Relationship Id="rId4" Type="http://schemas.openxmlformats.org/officeDocument/2006/relationships/image" Target="../media/image156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Relationship Id="rId3" Type="http://schemas.openxmlformats.org/officeDocument/2006/relationships/image" Target="../media/image158.png"/><Relationship Id="rId4" Type="http://schemas.openxmlformats.org/officeDocument/2006/relationships/image" Target="../media/image159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image" Target="../media/image164.png"/><Relationship Id="rId4" Type="http://schemas.openxmlformats.org/officeDocument/2006/relationships/image" Target="../media/image165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image" Target="../media/image167.png"/><Relationship Id="rId4" Type="http://schemas.openxmlformats.org/officeDocument/2006/relationships/image" Target="../media/image168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Relationship Id="rId3" Type="http://schemas.openxmlformats.org/officeDocument/2006/relationships/image" Target="../media/image170.png"/><Relationship Id="rId4" Type="http://schemas.openxmlformats.org/officeDocument/2006/relationships/image" Target="../media/image17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image" Target="../media/image176.png"/><Relationship Id="rId4" Type="http://schemas.openxmlformats.org/officeDocument/2006/relationships/image" Target="../media/image177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Relationship Id="rId3" Type="http://schemas.openxmlformats.org/officeDocument/2006/relationships/image" Target="../media/image179.png"/><Relationship Id="rId4" Type="http://schemas.openxmlformats.org/officeDocument/2006/relationships/image" Target="../media/image18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394221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26603"/>
          </a:xfrm>
          <a:prstGeom prst="rect">
            <a:avLst/>
          </a:prstGeom>
        </p:spPr>
      </p:pic>
      <p:pic>
        <p:nvPicPr>
          <p:cNvPr id="4" name="Picture 3" descr="hist_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2181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21433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640080"/>
            <a:ext cx="7772400" cy="4652972"/>
          </a:xfrm>
          <a:prstGeom prst="rect">
            <a:avLst/>
          </a:prstGeom>
        </p:spPr>
      </p:pic>
      <p:pic>
        <p:nvPicPr>
          <p:cNvPr id="3" name="Picture 2" descr="rg_02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640080"/>
            <a:ext cx="5486400" cy="3630706"/>
          </a:xfrm>
          <a:prstGeom prst="rect">
            <a:avLst/>
          </a:prstGeom>
        </p:spPr>
      </p:pic>
      <p:pic>
        <p:nvPicPr>
          <p:cNvPr id="4" name="Picture 3" descr="hist_02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4284233"/>
            <a:ext cx="5486400" cy="407025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