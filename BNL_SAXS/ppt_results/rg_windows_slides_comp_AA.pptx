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7"/>
    <p:restoredTop sz="94669"/>
  </p:normalViewPr>
  <p:slideViewPr>
    <p:cSldViewPr snapToGrid="0" snapToObjects="1">
      <p:cViewPr varScale="1">
        <p:scale>
          <a:sx n="95" d="100"/>
          <a:sy n="95" d="100"/>
        </p:scale>
        <p:origin x="5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63440"/>
          </a:xfrm>
          <a:prstGeom prst="rect">
            <a:avLst/>
          </a:prstGeom>
        </p:spPr>
      </p:pic>
      <p:pic>
        <p:nvPicPr>
          <p:cNvPr id="3" name="Picture 2" descr="rg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57600"/>
          </a:xfrm>
          <a:prstGeom prst="rect">
            <a:avLst/>
          </a:prstGeom>
        </p:spPr>
      </p:pic>
      <p:pic>
        <p:nvPicPr>
          <p:cNvPr id="4" name="Picture 3" descr="hist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Custom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Natalie Loui</cp:lastModifiedBy>
  <cp:revision>2</cp:revision>
  <dcterms:created xsi:type="dcterms:W3CDTF">2013-01-27T09:14:16Z</dcterms:created>
  <dcterms:modified xsi:type="dcterms:W3CDTF">2026-07-30T01:15:20Z</dcterms:modified>
  <cp:category/>
</cp:coreProperties>
</file>