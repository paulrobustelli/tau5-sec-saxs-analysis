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339" r:id="rId56"/>
    <p:sldId id="340" r:id="rId57"/>
    <p:sldId id="341" r:id="rId58"/>
    <p:sldId id="342" r:id="rId59"/>
    <p:sldId id="343" r:id="rId60"/>
    <p:sldId id="344" r:id="rId61"/>
    <p:sldId id="345" r:id="rId62"/>
    <p:sldId id="287" r:id="rId63"/>
    <p:sldId id="347" r:id="rId64"/>
    <p:sldId id="346" r:id="rId65"/>
    <p:sldId id="348" r:id="rId66"/>
    <p:sldId id="350" r:id="rId67"/>
    <p:sldId id="294" r:id="rId68"/>
    <p:sldId id="295" r:id="rId69"/>
    <p:sldId id="296" r:id="rId70"/>
    <p:sldId id="297" r:id="rId71"/>
    <p:sldId id="298" r:id="rId72"/>
    <p:sldId id="299" r:id="rId73"/>
    <p:sldId id="300" r:id="rId74"/>
    <p:sldId id="301" r:id="rId75"/>
    <p:sldId id="302" r:id="rId76"/>
    <p:sldId id="303" r:id="rId77"/>
    <p:sldId id="304" r:id="rId78"/>
    <p:sldId id="305" r:id="rId79"/>
    <p:sldId id="306" r:id="rId80"/>
    <p:sldId id="307" r:id="rId81"/>
    <p:sldId id="308" r:id="rId82"/>
    <p:sldId id="309" r:id="rId83"/>
    <p:sldId id="310" r:id="rId84"/>
    <p:sldId id="311" r:id="rId85"/>
    <p:sldId id="312" r:id="rId86"/>
    <p:sldId id="352" r:id="rId87"/>
    <p:sldId id="353" r:id="rId88"/>
    <p:sldId id="354" r:id="rId89"/>
    <p:sldId id="355" r:id="rId90"/>
    <p:sldId id="356" r:id="rId91"/>
    <p:sldId id="357" r:id="rId92"/>
    <p:sldId id="358" r:id="rId93"/>
    <p:sldId id="359" r:id="rId94"/>
    <p:sldId id="360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  <p:sldId id="370" r:id="rId105"/>
    <p:sldId id="349" r:id="rId106"/>
    <p:sldId id="351" r:id="rId107"/>
    <p:sldId id="372" r:id="rId108"/>
    <p:sldId id="371" r:id="rId109"/>
    <p:sldId id="373" r:id="rId110"/>
    <p:sldId id="375" r:id="rId111"/>
    <p:sldId id="376" r:id="rId112"/>
    <p:sldId id="374" r:id="rId113"/>
    <p:sldId id="377" r:id="rId114"/>
    <p:sldId id="379" r:id="rId115"/>
    <p:sldId id="380" r:id="rId116"/>
    <p:sldId id="378" r:id="rId1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0A82E1-FFAA-4546-9532-D61D03F3EEF0}">
          <p14:sldIdLst>
            <p14:sldId id="256"/>
          </p14:sldIdLst>
        </p14:section>
        <p14:section name="WT" id="{1C017C15-AC43-2C4F-9101-D9E19AF88329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287"/>
            <p14:sldId id="347"/>
            <p14:sldId id="346"/>
          </p14:sldIdLst>
        </p14:section>
        <p14:section name="AA" id="{64E11FC9-9DC8-2E4A-AD2E-0D4AD7565AB0}">
          <p14:sldIdLst>
            <p14:sldId id="348"/>
            <p14:sldId id="350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49"/>
            <p14:sldId id="351"/>
            <p14:sldId id="372"/>
            <p14:sldId id="371"/>
            <p14:sldId id="373"/>
            <p14:sldId id="375"/>
            <p14:sldId id="376"/>
            <p14:sldId id="374"/>
            <p14:sldId id="377"/>
            <p14:sldId id="379"/>
            <p14:sldId id="380"/>
            <p14:sldId id="3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5433D2-1544-DE46-AA6A-B70BE94B4D1F}" v="69" dt="2026-08-11T21:41:03.5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71"/>
    <p:restoredTop sz="94653"/>
  </p:normalViewPr>
  <p:slideViewPr>
    <p:cSldViewPr snapToGrid="0">
      <p:cViewPr>
        <p:scale>
          <a:sx n="87" d="100"/>
          <a:sy n="87" d="100"/>
        </p:scale>
        <p:origin x="1368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ie Loui" userId="44e00b98-aa93-48a3-99fc-a4889e00c748" providerId="ADAL" clId="{D486E235-185D-568E-B5C4-A8614F563949}"/>
    <pc:docChg chg="undo custSel addSld delSld modSld sldOrd addSection modSection">
      <pc:chgData name="Natalie Loui" userId="44e00b98-aa93-48a3-99fc-a4889e00c748" providerId="ADAL" clId="{D486E235-185D-568E-B5C4-A8614F563949}" dt="2026-08-11T21:41:40.944" v="450" actId="1076"/>
      <pc:docMkLst>
        <pc:docMk/>
      </pc:docMkLst>
      <pc:sldChg chg="addSp modSp mod">
        <pc:chgData name="Natalie Loui" userId="44e00b98-aa93-48a3-99fc-a4889e00c748" providerId="ADAL" clId="{D486E235-185D-568E-B5C4-A8614F563949}" dt="2026-07-29T16:53:44.736" v="88" actId="14100"/>
        <pc:sldMkLst>
          <pc:docMk/>
          <pc:sldMk cId="2315788731" sldId="256"/>
        </pc:sldMkLst>
        <pc:picChg chg="add mod">
          <ac:chgData name="Natalie Loui" userId="44e00b98-aa93-48a3-99fc-a4889e00c748" providerId="ADAL" clId="{D486E235-185D-568E-B5C4-A8614F563949}" dt="2026-07-29T16:53:44.736" v="88" actId="14100"/>
          <ac:picMkLst>
            <pc:docMk/>
            <pc:sldMk cId="2315788731" sldId="256"/>
            <ac:picMk id="7" creationId="{742AF474-519F-33F4-19B2-FDC29465DE71}"/>
          </ac:picMkLst>
        </pc:picChg>
      </pc:sldChg>
      <pc:sldChg chg="addSp delSp modSp mod ord">
        <pc:chgData name="Natalie Loui" userId="44e00b98-aa93-48a3-99fc-a4889e00c748" providerId="ADAL" clId="{D486E235-185D-568E-B5C4-A8614F563949}" dt="2026-07-29T15:10:34.592" v="39" actId="1076"/>
        <pc:sldMkLst>
          <pc:docMk/>
          <pc:sldMk cId="2344589201" sldId="287"/>
        </pc:sldMkLst>
        <pc:picChg chg="add mod">
          <ac:chgData name="Natalie Loui" userId="44e00b98-aa93-48a3-99fc-a4889e00c748" providerId="ADAL" clId="{D486E235-185D-568E-B5C4-A8614F563949}" dt="2026-07-29T14:54:45.114" v="13" actId="1076"/>
          <ac:picMkLst>
            <pc:docMk/>
            <pc:sldMk cId="2344589201" sldId="287"/>
            <ac:picMk id="5" creationId="{7079D99F-BEA6-F0CE-DDBD-9166235FE3DC}"/>
          </ac:picMkLst>
        </pc:picChg>
        <pc:picChg chg="add mod">
          <ac:chgData name="Natalie Loui" userId="44e00b98-aa93-48a3-99fc-a4889e00c748" providerId="ADAL" clId="{D486E235-185D-568E-B5C4-A8614F563949}" dt="2026-07-29T14:54:55.642" v="15" actId="1076"/>
          <ac:picMkLst>
            <pc:docMk/>
            <pc:sldMk cId="2344589201" sldId="287"/>
            <ac:picMk id="6" creationId="{9FC1E977-6D49-1C93-1EDB-513AEEABDB7C}"/>
          </ac:picMkLst>
        </pc:picChg>
        <pc:picChg chg="add mod">
          <ac:chgData name="Natalie Loui" userId="44e00b98-aa93-48a3-99fc-a4889e00c748" providerId="ADAL" clId="{D486E235-185D-568E-B5C4-A8614F563949}" dt="2026-07-29T15:10:34.592" v="39" actId="1076"/>
          <ac:picMkLst>
            <pc:docMk/>
            <pc:sldMk cId="2344589201" sldId="287"/>
            <ac:picMk id="7" creationId="{71B96A97-837B-D525-8CA7-ADB702A065B2}"/>
          </ac:picMkLst>
        </pc:picChg>
        <pc:picChg chg="add mod">
          <ac:chgData name="Natalie Loui" userId="44e00b98-aa93-48a3-99fc-a4889e00c748" providerId="ADAL" clId="{D486E235-185D-568E-B5C4-A8614F563949}" dt="2026-07-29T15:09:36.031" v="36" actId="14826"/>
          <ac:picMkLst>
            <pc:docMk/>
            <pc:sldMk cId="2344589201" sldId="287"/>
            <ac:picMk id="8" creationId="{AA7A6B9B-05AA-8EFC-94A0-5812AAC451D4}"/>
          </ac:picMkLst>
        </pc:picChg>
        <pc:picChg chg="add mod">
          <ac:chgData name="Natalie Loui" userId="44e00b98-aa93-48a3-99fc-a4889e00c748" providerId="ADAL" clId="{D486E235-185D-568E-B5C4-A8614F563949}" dt="2026-07-29T14:57:56.313" v="23" actId="1076"/>
          <ac:picMkLst>
            <pc:docMk/>
            <pc:sldMk cId="2344589201" sldId="287"/>
            <ac:picMk id="9" creationId="{F76C4F28-E9C9-0330-6F7D-492680D400E2}"/>
          </ac:picMkLst>
        </pc:picChg>
        <pc:picChg chg="add mod">
          <ac:chgData name="Natalie Loui" userId="44e00b98-aa93-48a3-99fc-a4889e00c748" providerId="ADAL" clId="{D486E235-185D-568E-B5C4-A8614F563949}" dt="2026-07-29T14:59:01.181" v="28" actId="14100"/>
          <ac:picMkLst>
            <pc:docMk/>
            <pc:sldMk cId="2344589201" sldId="287"/>
            <ac:picMk id="10" creationId="{B3F4BF3F-2E8A-A655-C437-2EBEAE676035}"/>
          </ac:picMkLst>
        </pc:picChg>
        <pc:picChg chg="add mod">
          <ac:chgData name="Natalie Loui" userId="44e00b98-aa93-48a3-99fc-a4889e00c748" providerId="ADAL" clId="{D486E235-185D-568E-B5C4-A8614F563949}" dt="2026-07-29T15:09:15.013" v="35" actId="14826"/>
          <ac:picMkLst>
            <pc:docMk/>
            <pc:sldMk cId="2344589201" sldId="287"/>
            <ac:picMk id="11" creationId="{3CF5EABA-E50C-51D0-1163-AF5592883949}"/>
          </ac:picMkLst>
        </pc:picChg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294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295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296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297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298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299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0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1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2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3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4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5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6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7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8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09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10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11"/>
        </pc:sldMkLst>
      </pc:sldChg>
      <pc:sldChg chg="add del">
        <pc:chgData name="Natalie Loui" userId="44e00b98-aa93-48a3-99fc-a4889e00c748" providerId="ADAL" clId="{D486E235-185D-568E-B5C4-A8614F563949}" dt="2026-07-30T01:15:36.886" v="128"/>
        <pc:sldMkLst>
          <pc:docMk/>
          <pc:sldMk cId="0" sldId="312"/>
        </pc:sldMkLst>
      </pc:sldChg>
      <pc:sldChg chg="addSp modSp new mod">
        <pc:chgData name="Natalie Loui" userId="44e00b98-aa93-48a3-99fc-a4889e00c748" providerId="ADAL" clId="{D486E235-185D-568E-B5C4-A8614F563949}" dt="2026-07-29T15:18:14.181" v="53" actId="14100"/>
        <pc:sldMkLst>
          <pc:docMk/>
          <pc:sldMk cId="2238802211" sldId="346"/>
        </pc:sldMkLst>
        <pc:picChg chg="add mod">
          <ac:chgData name="Natalie Loui" userId="44e00b98-aa93-48a3-99fc-a4889e00c748" providerId="ADAL" clId="{D486E235-185D-568E-B5C4-A8614F563949}" dt="2026-07-29T15:15:16.314" v="42" actId="1076"/>
          <ac:picMkLst>
            <pc:docMk/>
            <pc:sldMk cId="2238802211" sldId="346"/>
            <ac:picMk id="2" creationId="{8A3DB08C-7051-5806-75F4-E6CAC9097958}"/>
          </ac:picMkLst>
        </pc:picChg>
        <pc:picChg chg="add mod">
          <ac:chgData name="Natalie Loui" userId="44e00b98-aa93-48a3-99fc-a4889e00c748" providerId="ADAL" clId="{D486E235-185D-568E-B5C4-A8614F563949}" dt="2026-07-29T15:15:54.831" v="49" actId="14100"/>
          <ac:picMkLst>
            <pc:docMk/>
            <pc:sldMk cId="2238802211" sldId="346"/>
            <ac:picMk id="3" creationId="{4D6F86E4-54BA-403E-19BC-A8D626F0F6AA}"/>
          </ac:picMkLst>
        </pc:picChg>
        <pc:picChg chg="add mod">
          <ac:chgData name="Natalie Loui" userId="44e00b98-aa93-48a3-99fc-a4889e00c748" providerId="ADAL" clId="{D486E235-185D-568E-B5C4-A8614F563949}" dt="2026-07-29T15:15:54.831" v="49" actId="14100"/>
          <ac:picMkLst>
            <pc:docMk/>
            <pc:sldMk cId="2238802211" sldId="346"/>
            <ac:picMk id="4" creationId="{F5A3FE80-BEC7-2FA5-B59B-841AAD300C3A}"/>
          </ac:picMkLst>
        </pc:picChg>
        <pc:picChg chg="add mod">
          <ac:chgData name="Natalie Loui" userId="44e00b98-aa93-48a3-99fc-a4889e00c748" providerId="ADAL" clId="{D486E235-185D-568E-B5C4-A8614F563949}" dt="2026-07-29T15:15:56.798" v="50" actId="1076"/>
          <ac:picMkLst>
            <pc:docMk/>
            <pc:sldMk cId="2238802211" sldId="346"/>
            <ac:picMk id="5" creationId="{C71C29C6-4479-A438-1B52-80A52CD72694}"/>
          </ac:picMkLst>
        </pc:picChg>
        <pc:picChg chg="add mod">
          <ac:chgData name="Natalie Loui" userId="44e00b98-aa93-48a3-99fc-a4889e00c748" providerId="ADAL" clId="{D486E235-185D-568E-B5C4-A8614F563949}" dt="2026-07-29T15:18:14.181" v="53" actId="14100"/>
          <ac:picMkLst>
            <pc:docMk/>
            <pc:sldMk cId="2238802211" sldId="346"/>
            <ac:picMk id="6" creationId="{BB7E5E42-252D-EC2B-13F7-1A46E848B7A7}"/>
          </ac:picMkLst>
        </pc:picChg>
      </pc:sldChg>
      <pc:sldChg chg="modSp add mod ord">
        <pc:chgData name="Natalie Loui" userId="44e00b98-aa93-48a3-99fc-a4889e00c748" providerId="ADAL" clId="{D486E235-185D-568E-B5C4-A8614F563949}" dt="2026-08-11T02:23:41.571" v="159" actId="20578"/>
        <pc:sldMkLst>
          <pc:docMk/>
          <pc:sldMk cId="3471863117" sldId="347"/>
        </pc:sldMkLst>
        <pc:picChg chg="mod">
          <ac:chgData name="Natalie Loui" userId="44e00b98-aa93-48a3-99fc-a4889e00c748" providerId="ADAL" clId="{D486E235-185D-568E-B5C4-A8614F563949}" dt="2026-07-29T15:20:28.770" v="57" actId="14826"/>
          <ac:picMkLst>
            <pc:docMk/>
            <pc:sldMk cId="3471863117" sldId="347"/>
            <ac:picMk id="5" creationId="{31F1843C-6CDB-D1B1-92ED-C29E2C05B0F8}"/>
          </ac:picMkLst>
        </pc:picChg>
        <pc:picChg chg="mod">
          <ac:chgData name="Natalie Loui" userId="44e00b98-aa93-48a3-99fc-a4889e00c748" providerId="ADAL" clId="{D486E235-185D-568E-B5C4-A8614F563949}" dt="2026-07-29T15:20:46.005" v="58" actId="14826"/>
          <ac:picMkLst>
            <pc:docMk/>
            <pc:sldMk cId="3471863117" sldId="347"/>
            <ac:picMk id="6" creationId="{D5E5BDFC-51AD-177E-7942-07E1407AB426}"/>
          </ac:picMkLst>
        </pc:picChg>
        <pc:picChg chg="mod">
          <ac:chgData name="Natalie Loui" userId="44e00b98-aa93-48a3-99fc-a4889e00c748" providerId="ADAL" clId="{D486E235-185D-568E-B5C4-A8614F563949}" dt="2026-07-29T15:25:22.690" v="65" actId="14826"/>
          <ac:picMkLst>
            <pc:docMk/>
            <pc:sldMk cId="3471863117" sldId="347"/>
            <ac:picMk id="7" creationId="{9F9A156A-5AF7-470E-D1D5-5C7C101EA824}"/>
          </ac:picMkLst>
        </pc:picChg>
        <pc:picChg chg="mod">
          <ac:chgData name="Natalie Loui" userId="44e00b98-aa93-48a3-99fc-a4889e00c748" providerId="ADAL" clId="{D486E235-185D-568E-B5C4-A8614F563949}" dt="2026-07-29T15:25:06.606" v="64" actId="14826"/>
          <ac:picMkLst>
            <pc:docMk/>
            <pc:sldMk cId="3471863117" sldId="347"/>
            <ac:picMk id="8" creationId="{B9EE949A-2807-ACF1-58F8-6CFB9C952CDB}"/>
          </ac:picMkLst>
        </pc:picChg>
        <pc:picChg chg="mod">
          <ac:chgData name="Natalie Loui" userId="44e00b98-aa93-48a3-99fc-a4889e00c748" providerId="ADAL" clId="{D486E235-185D-568E-B5C4-A8614F563949}" dt="2026-07-29T15:24:56.003" v="63" actId="14826"/>
          <ac:picMkLst>
            <pc:docMk/>
            <pc:sldMk cId="3471863117" sldId="347"/>
            <ac:picMk id="9" creationId="{563AEB7B-84F4-6AB2-0F2F-0F2AD6729A49}"/>
          </ac:picMkLst>
        </pc:picChg>
        <pc:picChg chg="mod">
          <ac:chgData name="Natalie Loui" userId="44e00b98-aa93-48a3-99fc-a4889e00c748" providerId="ADAL" clId="{D486E235-185D-568E-B5C4-A8614F563949}" dt="2026-07-29T15:24:46.389" v="62" actId="14826"/>
          <ac:picMkLst>
            <pc:docMk/>
            <pc:sldMk cId="3471863117" sldId="347"/>
            <ac:picMk id="10" creationId="{2C9141DB-A132-91B8-6159-2D2B91742F5B}"/>
          </ac:picMkLst>
        </pc:picChg>
        <pc:picChg chg="mod">
          <ac:chgData name="Natalie Loui" userId="44e00b98-aa93-48a3-99fc-a4889e00c748" providerId="ADAL" clId="{D486E235-185D-568E-B5C4-A8614F563949}" dt="2026-07-29T15:24:30.642" v="61" actId="14826"/>
          <ac:picMkLst>
            <pc:docMk/>
            <pc:sldMk cId="3471863117" sldId="347"/>
            <ac:picMk id="11" creationId="{C23F2CC1-FD58-755F-F3F2-2CC8AFC11DC9}"/>
          </ac:picMkLst>
        </pc:picChg>
      </pc:sldChg>
      <pc:sldChg chg="addSp delSp modSp new mod">
        <pc:chgData name="Natalie Loui" userId="44e00b98-aa93-48a3-99fc-a4889e00c748" providerId="ADAL" clId="{D486E235-185D-568E-B5C4-A8614F563949}" dt="2026-07-30T01:12:41.072" v="122" actId="22"/>
        <pc:sldMkLst>
          <pc:docMk/>
          <pc:sldMk cId="251187257" sldId="348"/>
        </pc:sldMkLst>
        <pc:spChg chg="add mod">
          <ac:chgData name="Natalie Loui" userId="44e00b98-aa93-48a3-99fc-a4889e00c748" providerId="ADAL" clId="{D486E235-185D-568E-B5C4-A8614F563949}" dt="2026-07-29T16:49:00.573" v="71" actId="1076"/>
          <ac:spMkLst>
            <pc:docMk/>
            <pc:sldMk cId="251187257" sldId="348"/>
            <ac:spMk id="2" creationId="{9F78F963-FB51-39BA-3150-89AD764BEEF2}"/>
          </ac:spMkLst>
        </pc:spChg>
      </pc:sldChg>
      <pc:sldChg chg="addSp modSp new mod">
        <pc:chgData name="Natalie Loui" userId="44e00b98-aa93-48a3-99fc-a4889e00c748" providerId="ADAL" clId="{D486E235-185D-568E-B5C4-A8614F563949}" dt="2026-07-29T16:58:42.251" v="102" actId="1076"/>
        <pc:sldMkLst>
          <pc:docMk/>
          <pc:sldMk cId="1334356074" sldId="349"/>
        </pc:sldMkLst>
        <pc:picChg chg="add mod">
          <ac:chgData name="Natalie Loui" userId="44e00b98-aa93-48a3-99fc-a4889e00c748" providerId="ADAL" clId="{D486E235-185D-568E-B5C4-A8614F563949}" dt="2026-07-29T16:49:10.222" v="74" actId="1076"/>
          <ac:picMkLst>
            <pc:docMk/>
            <pc:sldMk cId="1334356074" sldId="349"/>
            <ac:picMk id="2" creationId="{A693DCA3-8A63-8394-3D3D-191A1FE36269}"/>
          </ac:picMkLst>
        </pc:picChg>
        <pc:picChg chg="add mod">
          <ac:chgData name="Natalie Loui" userId="44e00b98-aa93-48a3-99fc-a4889e00c748" providerId="ADAL" clId="{D486E235-185D-568E-B5C4-A8614F563949}" dt="2026-07-29T16:52:46.454" v="82" actId="1076"/>
          <ac:picMkLst>
            <pc:docMk/>
            <pc:sldMk cId="1334356074" sldId="349"/>
            <ac:picMk id="3" creationId="{012EB676-DD8A-AAB3-6992-35BAD46D2564}"/>
          </ac:picMkLst>
        </pc:picChg>
        <pc:picChg chg="add mod">
          <ac:chgData name="Natalie Loui" userId="44e00b98-aa93-48a3-99fc-a4889e00c748" providerId="ADAL" clId="{D486E235-185D-568E-B5C4-A8614F563949}" dt="2026-07-29T16:55:23.260" v="89" actId="14826"/>
          <ac:picMkLst>
            <pc:docMk/>
            <pc:sldMk cId="1334356074" sldId="349"/>
            <ac:picMk id="4" creationId="{4397AE33-EFA1-1F09-421C-156430A5E480}"/>
          </ac:picMkLst>
        </pc:picChg>
        <pc:picChg chg="add mod">
          <ac:chgData name="Natalie Loui" userId="44e00b98-aa93-48a3-99fc-a4889e00c748" providerId="ADAL" clId="{D486E235-185D-568E-B5C4-A8614F563949}" dt="2026-07-29T16:56:55.102" v="94" actId="14100"/>
          <ac:picMkLst>
            <pc:docMk/>
            <pc:sldMk cId="1334356074" sldId="349"/>
            <ac:picMk id="5" creationId="{9A5BD486-3834-3934-8134-A0655F7C90C0}"/>
          </ac:picMkLst>
        </pc:picChg>
        <pc:picChg chg="add mod">
          <ac:chgData name="Natalie Loui" userId="44e00b98-aa93-48a3-99fc-a4889e00c748" providerId="ADAL" clId="{D486E235-185D-568E-B5C4-A8614F563949}" dt="2026-07-29T16:57:00.052" v="97" actId="14100"/>
          <ac:picMkLst>
            <pc:docMk/>
            <pc:sldMk cId="1334356074" sldId="349"/>
            <ac:picMk id="6" creationId="{02C15FD3-C8F0-8674-8E43-0F171E657E8D}"/>
          </ac:picMkLst>
        </pc:picChg>
        <pc:picChg chg="add mod">
          <ac:chgData name="Natalie Loui" userId="44e00b98-aa93-48a3-99fc-a4889e00c748" providerId="ADAL" clId="{D486E235-185D-568E-B5C4-A8614F563949}" dt="2026-07-29T16:58:32.968" v="100" actId="14100"/>
          <ac:picMkLst>
            <pc:docMk/>
            <pc:sldMk cId="1334356074" sldId="349"/>
            <ac:picMk id="7" creationId="{E7C9294D-EB35-531B-CF29-B2F63DF74B7A}"/>
          </ac:picMkLst>
        </pc:picChg>
        <pc:picChg chg="add mod">
          <ac:chgData name="Natalie Loui" userId="44e00b98-aa93-48a3-99fc-a4889e00c748" providerId="ADAL" clId="{D486E235-185D-568E-B5C4-A8614F563949}" dt="2026-07-29T16:58:42.251" v="102" actId="1076"/>
          <ac:picMkLst>
            <pc:docMk/>
            <pc:sldMk cId="1334356074" sldId="349"/>
            <ac:picMk id="8" creationId="{9849DDC3-2A8B-7337-D5AD-0435512FCEF5}"/>
          </ac:picMkLst>
        </pc:picChg>
      </pc:sldChg>
      <pc:sldChg chg="add">
        <pc:chgData name="Natalie Loui" userId="44e00b98-aa93-48a3-99fc-a4889e00c748" providerId="ADAL" clId="{D486E235-185D-568E-B5C4-A8614F563949}" dt="2026-07-30T01:13:30.178" v="125"/>
        <pc:sldMkLst>
          <pc:docMk/>
          <pc:sldMk cId="1534756819" sldId="350"/>
        </pc:sldMkLst>
      </pc:sldChg>
      <pc:sldChg chg="addSp delSp modSp new mod">
        <pc:chgData name="Natalie Loui" userId="44e00b98-aa93-48a3-99fc-a4889e00c748" providerId="ADAL" clId="{D486E235-185D-568E-B5C4-A8614F563949}" dt="2026-07-29T17:02:03.150" v="118" actId="1076"/>
        <pc:sldMkLst>
          <pc:docMk/>
          <pc:sldMk cId="3926479502" sldId="351"/>
        </pc:sldMkLst>
        <pc:picChg chg="add mod">
          <ac:chgData name="Natalie Loui" userId="44e00b98-aa93-48a3-99fc-a4889e00c748" providerId="ADAL" clId="{D486E235-185D-568E-B5C4-A8614F563949}" dt="2026-07-29T17:00:14.384" v="108" actId="1076"/>
          <ac:picMkLst>
            <pc:docMk/>
            <pc:sldMk cId="3926479502" sldId="351"/>
            <ac:picMk id="2" creationId="{BE0624DA-8FDA-5288-CB89-22DD8DB1FC1F}"/>
          </ac:picMkLst>
        </pc:picChg>
        <pc:picChg chg="add mod">
          <ac:chgData name="Natalie Loui" userId="44e00b98-aa93-48a3-99fc-a4889e00c748" providerId="ADAL" clId="{D486E235-185D-568E-B5C4-A8614F563949}" dt="2026-07-29T17:02:03.150" v="118" actId="1076"/>
          <ac:picMkLst>
            <pc:docMk/>
            <pc:sldMk cId="3926479502" sldId="351"/>
            <ac:picMk id="5" creationId="{9A9ED2EF-9F9D-9393-2353-4704458D11B9}"/>
          </ac:picMkLst>
        </pc:picChg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2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3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4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5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6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7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8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59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0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1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2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3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4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5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6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7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8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69"/>
        </pc:sldMkLst>
      </pc:sldChg>
      <pc:sldChg chg="add">
        <pc:chgData name="Natalie Loui" userId="44e00b98-aa93-48a3-99fc-a4889e00c748" providerId="ADAL" clId="{D486E235-185D-568E-B5C4-A8614F563949}" dt="2026-07-30T01:13:06.838" v="123"/>
        <pc:sldMkLst>
          <pc:docMk/>
          <pc:sldMk cId="0" sldId="370"/>
        </pc:sldMkLst>
      </pc:sldChg>
      <pc:sldChg chg="addSp delSp modSp new mod">
        <pc:chgData name="Natalie Loui" userId="44e00b98-aa93-48a3-99fc-a4889e00c748" providerId="ADAL" clId="{D486E235-185D-568E-B5C4-A8614F563949}" dt="2026-08-11T02:58:55.041" v="266" actId="408"/>
        <pc:sldMkLst>
          <pc:docMk/>
          <pc:sldMk cId="1962390462" sldId="371"/>
        </pc:sldMkLst>
        <pc:spChg chg="add del mod">
          <ac:chgData name="Natalie Loui" userId="44e00b98-aa93-48a3-99fc-a4889e00c748" providerId="ADAL" clId="{D486E235-185D-568E-B5C4-A8614F563949}" dt="2026-08-11T02:24:05.261" v="171" actId="21"/>
          <ac:spMkLst>
            <pc:docMk/>
            <pc:sldMk cId="1962390462" sldId="371"/>
            <ac:spMk id="10" creationId="{1F846487-B747-6726-7EFF-417DC2902DBD}"/>
          </ac:spMkLst>
        </pc:spChg>
        <pc:spChg chg="add mod">
          <ac:chgData name="Natalie Loui" userId="44e00b98-aa93-48a3-99fc-a4889e00c748" providerId="ADAL" clId="{D486E235-185D-568E-B5C4-A8614F563949}" dt="2026-08-11T02:58:29.488" v="244" actId="20577"/>
          <ac:spMkLst>
            <pc:docMk/>
            <pc:sldMk cId="1962390462" sldId="371"/>
            <ac:spMk id="15" creationId="{D332570E-4FDF-87C7-2485-161E3E49298E}"/>
          </ac:spMkLst>
        </pc:spChg>
        <pc:picChg chg="add del mod">
          <ac:chgData name="Natalie Loui" userId="44e00b98-aa93-48a3-99fc-a4889e00c748" providerId="ADAL" clId="{D486E235-185D-568E-B5C4-A8614F563949}" dt="2026-08-11T02:56:43.826" v="194" actId="478"/>
          <ac:picMkLst>
            <pc:docMk/>
            <pc:sldMk cId="1962390462" sldId="371"/>
            <ac:picMk id="2" creationId="{0494AD21-B0C8-14CF-B221-F5D98481ACC5}"/>
          </ac:picMkLst>
        </pc:picChg>
        <pc:picChg chg="add del mod">
          <ac:chgData name="Natalie Loui" userId="44e00b98-aa93-48a3-99fc-a4889e00c748" providerId="ADAL" clId="{D486E235-185D-568E-B5C4-A8614F563949}" dt="2026-08-11T02:56:43.826" v="194" actId="478"/>
          <ac:picMkLst>
            <pc:docMk/>
            <pc:sldMk cId="1962390462" sldId="371"/>
            <ac:picMk id="3" creationId="{94E30539-3C87-C70B-3137-E742AAD0AAEF}"/>
          </ac:picMkLst>
        </pc:picChg>
        <pc:picChg chg="add del mod">
          <ac:chgData name="Natalie Loui" userId="44e00b98-aa93-48a3-99fc-a4889e00c748" providerId="ADAL" clId="{D486E235-185D-568E-B5C4-A8614F563949}" dt="2026-08-11T02:56:43.826" v="194" actId="478"/>
          <ac:picMkLst>
            <pc:docMk/>
            <pc:sldMk cId="1962390462" sldId="371"/>
            <ac:picMk id="4" creationId="{34F07420-C8AF-5C1B-4288-FDD3F0C0AD5E}"/>
          </ac:picMkLst>
        </pc:picChg>
        <pc:picChg chg="add del mod">
          <ac:chgData name="Natalie Loui" userId="44e00b98-aa93-48a3-99fc-a4889e00c748" providerId="ADAL" clId="{D486E235-185D-568E-B5C4-A8614F563949}" dt="2026-08-11T02:56:43.826" v="194" actId="478"/>
          <ac:picMkLst>
            <pc:docMk/>
            <pc:sldMk cId="1962390462" sldId="371"/>
            <ac:picMk id="5" creationId="{FC73D7D9-7F3E-061A-1A89-9D130DEE0803}"/>
          </ac:picMkLst>
        </pc:picChg>
        <pc:picChg chg="add del mod">
          <ac:chgData name="Natalie Loui" userId="44e00b98-aa93-48a3-99fc-a4889e00c748" providerId="ADAL" clId="{D486E235-185D-568E-B5C4-A8614F563949}" dt="2026-08-10T17:49:52.203" v="149" actId="478"/>
          <ac:picMkLst>
            <pc:docMk/>
            <pc:sldMk cId="1962390462" sldId="371"/>
            <ac:picMk id="6" creationId="{C4AE2AE5-3484-F710-EB85-001843EF3D87}"/>
          </ac:picMkLst>
        </pc:picChg>
        <pc:picChg chg="add del mod">
          <ac:chgData name="Natalie Loui" userId="44e00b98-aa93-48a3-99fc-a4889e00c748" providerId="ADAL" clId="{D486E235-185D-568E-B5C4-A8614F563949}" dt="2026-08-11T02:56:43.826" v="194" actId="478"/>
          <ac:picMkLst>
            <pc:docMk/>
            <pc:sldMk cId="1962390462" sldId="371"/>
            <ac:picMk id="7" creationId="{F0C2166B-F460-0B8A-2EF2-B83BDF50919C}"/>
          </ac:picMkLst>
        </pc:picChg>
        <pc:picChg chg="add del mod">
          <ac:chgData name="Natalie Loui" userId="44e00b98-aa93-48a3-99fc-a4889e00c748" providerId="ADAL" clId="{D486E235-185D-568E-B5C4-A8614F563949}" dt="2026-08-11T02:56:43.826" v="194" actId="478"/>
          <ac:picMkLst>
            <pc:docMk/>
            <pc:sldMk cId="1962390462" sldId="371"/>
            <ac:picMk id="8" creationId="{B78DB13F-4551-34F4-0029-65E46BCD4605}"/>
          </ac:picMkLst>
        </pc:picChg>
        <pc:picChg chg="add del mod">
          <ac:chgData name="Natalie Loui" userId="44e00b98-aa93-48a3-99fc-a4889e00c748" providerId="ADAL" clId="{D486E235-185D-568E-B5C4-A8614F563949}" dt="2026-08-11T02:56:43.826" v="194" actId="478"/>
          <ac:picMkLst>
            <pc:docMk/>
            <pc:sldMk cId="1962390462" sldId="371"/>
            <ac:picMk id="9" creationId="{763D838C-EC34-B898-E3D5-31EA45C7801E}"/>
          </ac:picMkLst>
        </pc:picChg>
        <pc:picChg chg="add mod">
          <ac:chgData name="Natalie Loui" userId="44e00b98-aa93-48a3-99fc-a4889e00c748" providerId="ADAL" clId="{D486E235-185D-568E-B5C4-A8614F563949}" dt="2026-08-11T02:58:36.307" v="245" actId="14100"/>
          <ac:picMkLst>
            <pc:docMk/>
            <pc:sldMk cId="1962390462" sldId="371"/>
            <ac:picMk id="11" creationId="{32E714A7-4529-9CF8-4CEB-449ED1037F6B}"/>
          </ac:picMkLst>
        </pc:picChg>
        <pc:picChg chg="add mod">
          <ac:chgData name="Natalie Loui" userId="44e00b98-aa93-48a3-99fc-a4889e00c748" providerId="ADAL" clId="{D486E235-185D-568E-B5C4-A8614F563949}" dt="2026-08-11T02:58:55.041" v="266" actId="408"/>
          <ac:picMkLst>
            <pc:docMk/>
            <pc:sldMk cId="1962390462" sldId="371"/>
            <ac:picMk id="12" creationId="{EDD9E59E-4ACA-047A-151F-07AE33FB109F}"/>
          </ac:picMkLst>
        </pc:picChg>
        <pc:picChg chg="add mod">
          <ac:chgData name="Natalie Loui" userId="44e00b98-aa93-48a3-99fc-a4889e00c748" providerId="ADAL" clId="{D486E235-185D-568E-B5C4-A8614F563949}" dt="2026-08-11T02:58:55.041" v="266" actId="408"/>
          <ac:picMkLst>
            <pc:docMk/>
            <pc:sldMk cId="1962390462" sldId="371"/>
            <ac:picMk id="13" creationId="{A62571D3-67B1-EC6E-01DE-E2E05636158B}"/>
          </ac:picMkLst>
        </pc:picChg>
        <pc:picChg chg="add mod">
          <ac:chgData name="Natalie Loui" userId="44e00b98-aa93-48a3-99fc-a4889e00c748" providerId="ADAL" clId="{D486E235-185D-568E-B5C4-A8614F563949}" dt="2026-08-11T02:58:42.835" v="265" actId="1038"/>
          <ac:picMkLst>
            <pc:docMk/>
            <pc:sldMk cId="1962390462" sldId="371"/>
            <ac:picMk id="14" creationId="{50A60BD1-B85A-E205-910A-E1A8557FD247}"/>
          </ac:picMkLst>
        </pc:picChg>
      </pc:sldChg>
      <pc:sldChg chg="addSp modSp new mod">
        <pc:chgData name="Natalie Loui" userId="44e00b98-aa93-48a3-99fc-a4889e00c748" providerId="ADAL" clId="{D486E235-185D-568E-B5C4-A8614F563949}" dt="2026-08-11T02:59:30.956" v="294" actId="1076"/>
        <pc:sldMkLst>
          <pc:docMk/>
          <pc:sldMk cId="582856486" sldId="372"/>
        </pc:sldMkLst>
        <pc:spChg chg="add mod">
          <ac:chgData name="Natalie Loui" userId="44e00b98-aa93-48a3-99fc-a4889e00c748" providerId="ADAL" clId="{D486E235-185D-568E-B5C4-A8614F563949}" dt="2026-08-11T02:59:30.956" v="294" actId="1076"/>
          <ac:spMkLst>
            <pc:docMk/>
            <pc:sldMk cId="582856486" sldId="372"/>
            <ac:spMk id="2" creationId="{FD44280A-EA11-1465-7C82-9776C343594E}"/>
          </ac:spMkLst>
        </pc:spChg>
      </pc:sldChg>
      <pc:sldChg chg="addSp delSp modSp add mod">
        <pc:chgData name="Natalie Loui" userId="44e00b98-aa93-48a3-99fc-a4889e00c748" providerId="ADAL" clId="{D486E235-185D-568E-B5C4-A8614F563949}" dt="2026-08-11T03:40:42.317" v="339" actId="14826"/>
        <pc:sldMkLst>
          <pc:docMk/>
          <pc:sldMk cId="2791864413" sldId="373"/>
        </pc:sldMkLst>
        <pc:picChg chg="add mod">
          <ac:chgData name="Natalie Loui" userId="44e00b98-aa93-48a3-99fc-a4889e00c748" providerId="ADAL" clId="{D486E235-185D-568E-B5C4-A8614F563949}" dt="2026-08-11T03:00:44.289" v="301" actId="1076"/>
          <ac:picMkLst>
            <pc:docMk/>
            <pc:sldMk cId="2791864413" sldId="373"/>
            <ac:picMk id="6" creationId="{921FC557-ADBF-00B1-A943-A9AA23F69EAF}"/>
          </ac:picMkLst>
        </pc:picChg>
        <pc:picChg chg="del">
          <ac:chgData name="Natalie Loui" userId="44e00b98-aa93-48a3-99fc-a4889e00c748" providerId="ADAL" clId="{D486E235-185D-568E-B5C4-A8614F563949}" dt="2026-08-11T02:59:42.820" v="298" actId="478"/>
          <ac:picMkLst>
            <pc:docMk/>
            <pc:sldMk cId="2791864413" sldId="373"/>
            <ac:picMk id="7" creationId="{9C22EC59-AC99-0D14-1D59-ED74648D63CD}"/>
          </ac:picMkLst>
        </pc:picChg>
        <pc:picChg chg="add del">
          <ac:chgData name="Natalie Loui" userId="44e00b98-aa93-48a3-99fc-a4889e00c748" providerId="ADAL" clId="{D486E235-185D-568E-B5C4-A8614F563949}" dt="2026-08-11T02:59:42.820" v="298" actId="478"/>
          <ac:picMkLst>
            <pc:docMk/>
            <pc:sldMk cId="2791864413" sldId="373"/>
            <ac:picMk id="8" creationId="{D3B4A777-A103-094E-5AC5-FFEBFCA4DA3E}"/>
          </ac:picMkLst>
        </pc:picChg>
        <pc:picChg chg="del">
          <ac:chgData name="Natalie Loui" userId="44e00b98-aa93-48a3-99fc-a4889e00c748" providerId="ADAL" clId="{D486E235-185D-568E-B5C4-A8614F563949}" dt="2026-08-11T02:59:39.865" v="297" actId="478"/>
          <ac:picMkLst>
            <pc:docMk/>
            <pc:sldMk cId="2791864413" sldId="373"/>
            <ac:picMk id="9" creationId="{41DEAC32-4DEA-EE03-6AF4-02136966D71D}"/>
          </ac:picMkLst>
        </pc:picChg>
        <pc:picChg chg="add mod">
          <ac:chgData name="Natalie Loui" userId="44e00b98-aa93-48a3-99fc-a4889e00c748" providerId="ADAL" clId="{D486E235-185D-568E-B5C4-A8614F563949}" dt="2026-08-11T03:00:58.955" v="304" actId="14100"/>
          <ac:picMkLst>
            <pc:docMk/>
            <pc:sldMk cId="2791864413" sldId="373"/>
            <ac:picMk id="10" creationId="{F2E25C6D-975D-676B-6652-D45DA9B00203}"/>
          </ac:picMkLst>
        </pc:picChg>
        <pc:picChg chg="del mod">
          <ac:chgData name="Natalie Loui" userId="44e00b98-aa93-48a3-99fc-a4889e00c748" providerId="ADAL" clId="{D486E235-185D-568E-B5C4-A8614F563949}" dt="2026-08-11T02:59:35.107" v="296" actId="478"/>
          <ac:picMkLst>
            <pc:docMk/>
            <pc:sldMk cId="2791864413" sldId="373"/>
            <ac:picMk id="11" creationId="{76BDC24F-F1E6-C903-42BC-5FA1A9D58580}"/>
          </ac:picMkLst>
        </pc:picChg>
        <pc:picChg chg="add del mod">
          <ac:chgData name="Natalie Loui" userId="44e00b98-aa93-48a3-99fc-a4889e00c748" providerId="ADAL" clId="{D486E235-185D-568E-B5C4-A8614F563949}" dt="2026-08-11T03:22:55.964" v="309" actId="478"/>
          <ac:picMkLst>
            <pc:docMk/>
            <pc:sldMk cId="2791864413" sldId="373"/>
            <ac:picMk id="12" creationId="{DFF4815F-0DFA-68E0-915E-619095C66BD8}"/>
          </ac:picMkLst>
        </pc:picChg>
        <pc:picChg chg="add mod">
          <ac:chgData name="Natalie Loui" userId="44e00b98-aa93-48a3-99fc-a4889e00c748" providerId="ADAL" clId="{D486E235-185D-568E-B5C4-A8614F563949}" dt="2026-08-11T03:40:32.599" v="338" actId="14826"/>
          <ac:picMkLst>
            <pc:docMk/>
            <pc:sldMk cId="2791864413" sldId="373"/>
            <ac:picMk id="13" creationId="{80787C02-4E8C-63A3-A09C-C9F45CCE6354}"/>
          </ac:picMkLst>
        </pc:picChg>
        <pc:picChg chg="add mod">
          <ac:chgData name="Natalie Loui" userId="44e00b98-aa93-48a3-99fc-a4889e00c748" providerId="ADAL" clId="{D486E235-185D-568E-B5C4-A8614F563949}" dt="2026-08-11T03:40:42.317" v="339" actId="14826"/>
          <ac:picMkLst>
            <pc:docMk/>
            <pc:sldMk cId="2791864413" sldId="373"/>
            <ac:picMk id="14" creationId="{CF2AE521-B54A-C446-6B98-39AE9E545B31}"/>
          </ac:picMkLst>
        </pc:picChg>
      </pc:sldChg>
      <pc:sldChg chg="delSp modSp add mod ord">
        <pc:chgData name="Natalie Loui" userId="44e00b98-aa93-48a3-99fc-a4889e00c748" providerId="ADAL" clId="{D486E235-185D-568E-B5C4-A8614F563949}" dt="2026-08-11T03:45:09.089" v="366" actId="1076"/>
        <pc:sldMkLst>
          <pc:docMk/>
          <pc:sldMk cId="1289157602" sldId="374"/>
        </pc:sldMkLst>
        <pc:picChg chg="mod">
          <ac:chgData name="Natalie Loui" userId="44e00b98-aa93-48a3-99fc-a4889e00c748" providerId="ADAL" clId="{D486E235-185D-568E-B5C4-A8614F563949}" dt="2026-08-11T03:41:50.403" v="345" actId="14100"/>
          <ac:picMkLst>
            <pc:docMk/>
            <pc:sldMk cId="1289157602" sldId="374"/>
            <ac:picMk id="2" creationId="{B8571477-5830-09BE-59AA-45212FF729F0}"/>
          </ac:picMkLst>
        </pc:picChg>
        <pc:picChg chg="mod">
          <ac:chgData name="Natalie Loui" userId="44e00b98-aa93-48a3-99fc-a4889e00c748" providerId="ADAL" clId="{D486E235-185D-568E-B5C4-A8614F563949}" dt="2026-08-11T03:41:59.888" v="347" actId="14100"/>
          <ac:picMkLst>
            <pc:docMk/>
            <pc:sldMk cId="1289157602" sldId="374"/>
            <ac:picMk id="3" creationId="{5BA79119-2BE6-6D5B-A536-EEDBF034ECD4}"/>
          </ac:picMkLst>
        </pc:picChg>
        <pc:picChg chg="del">
          <ac:chgData name="Natalie Loui" userId="44e00b98-aa93-48a3-99fc-a4889e00c748" providerId="ADAL" clId="{D486E235-185D-568E-B5C4-A8614F563949}" dt="2026-08-11T03:41:18.004" v="340" actId="478"/>
          <ac:picMkLst>
            <pc:docMk/>
            <pc:sldMk cId="1289157602" sldId="374"/>
            <ac:picMk id="4" creationId="{D7FB96DB-D3FA-016C-D96F-851242980FFF}"/>
          </ac:picMkLst>
        </pc:picChg>
        <pc:picChg chg="del">
          <ac:chgData name="Natalie Loui" userId="44e00b98-aa93-48a3-99fc-a4889e00c748" providerId="ADAL" clId="{D486E235-185D-568E-B5C4-A8614F563949}" dt="2026-08-11T03:41:18.004" v="340" actId="478"/>
          <ac:picMkLst>
            <pc:docMk/>
            <pc:sldMk cId="1289157602" sldId="374"/>
            <ac:picMk id="5" creationId="{C899942D-CC2A-D5CD-8C8E-DB41A2C16A50}"/>
          </ac:picMkLst>
        </pc:picChg>
        <pc:picChg chg="mod">
          <ac:chgData name="Natalie Loui" userId="44e00b98-aa93-48a3-99fc-a4889e00c748" providerId="ADAL" clId="{D486E235-185D-568E-B5C4-A8614F563949}" dt="2026-08-11T03:45:05.705" v="365" actId="14100"/>
          <ac:picMkLst>
            <pc:docMk/>
            <pc:sldMk cId="1289157602" sldId="374"/>
            <ac:picMk id="7" creationId="{08B51F80-E601-1AFA-8D21-DD9A85BBAFD4}"/>
          </ac:picMkLst>
        </pc:picChg>
        <pc:picChg chg="del">
          <ac:chgData name="Natalie Loui" userId="44e00b98-aa93-48a3-99fc-a4889e00c748" providerId="ADAL" clId="{D486E235-185D-568E-B5C4-A8614F563949}" dt="2026-08-11T03:41:18.004" v="340" actId="478"/>
          <ac:picMkLst>
            <pc:docMk/>
            <pc:sldMk cId="1289157602" sldId="374"/>
            <ac:picMk id="8" creationId="{35E4AAD8-CF21-F01D-9C13-67F7FB66DD75}"/>
          </ac:picMkLst>
        </pc:picChg>
        <pc:picChg chg="mod">
          <ac:chgData name="Natalie Loui" userId="44e00b98-aa93-48a3-99fc-a4889e00c748" providerId="ADAL" clId="{D486E235-185D-568E-B5C4-A8614F563949}" dt="2026-08-11T03:45:09.089" v="366" actId="1076"/>
          <ac:picMkLst>
            <pc:docMk/>
            <pc:sldMk cId="1289157602" sldId="374"/>
            <ac:picMk id="9" creationId="{45921837-5C57-B1CD-0D72-A28B589D1CB5}"/>
          </ac:picMkLst>
        </pc:picChg>
        <pc:picChg chg="mod">
          <ac:chgData name="Natalie Loui" userId="44e00b98-aa93-48a3-99fc-a4889e00c748" providerId="ADAL" clId="{D486E235-185D-568E-B5C4-A8614F563949}" dt="2026-08-11T03:41:38.604" v="342" actId="14100"/>
          <ac:picMkLst>
            <pc:docMk/>
            <pc:sldMk cId="1289157602" sldId="374"/>
            <ac:picMk id="11" creationId="{E347D9BA-35A9-369C-DB5A-BC6224712B69}"/>
          </ac:picMkLst>
        </pc:picChg>
      </pc:sldChg>
      <pc:sldChg chg="addSp delSp modSp add mod">
        <pc:chgData name="Natalie Loui" userId="44e00b98-aa93-48a3-99fc-a4889e00c748" providerId="ADAL" clId="{D486E235-185D-568E-B5C4-A8614F563949}" dt="2026-08-11T03:31:03.221" v="335" actId="1076"/>
        <pc:sldMkLst>
          <pc:docMk/>
          <pc:sldMk cId="2590926686" sldId="375"/>
        </pc:sldMkLst>
        <pc:picChg chg="del">
          <ac:chgData name="Natalie Loui" userId="44e00b98-aa93-48a3-99fc-a4889e00c748" providerId="ADAL" clId="{D486E235-185D-568E-B5C4-A8614F563949}" dt="2026-08-11T03:24:58.910" v="318" actId="478"/>
          <ac:picMkLst>
            <pc:docMk/>
            <pc:sldMk cId="2590926686" sldId="375"/>
            <ac:picMk id="2" creationId="{CDF955DC-86B0-0665-1814-5504312EE469}"/>
          </ac:picMkLst>
        </pc:picChg>
        <pc:picChg chg="del">
          <ac:chgData name="Natalie Loui" userId="44e00b98-aa93-48a3-99fc-a4889e00c748" providerId="ADAL" clId="{D486E235-185D-568E-B5C4-A8614F563949}" dt="2026-08-11T03:24:58.910" v="318" actId="478"/>
          <ac:picMkLst>
            <pc:docMk/>
            <pc:sldMk cId="2590926686" sldId="375"/>
            <ac:picMk id="3" creationId="{A297F049-357E-7B2C-BA48-B09E98ABF6CC}"/>
          </ac:picMkLst>
        </pc:picChg>
        <pc:picChg chg="del">
          <ac:chgData name="Natalie Loui" userId="44e00b98-aa93-48a3-99fc-a4889e00c748" providerId="ADAL" clId="{D486E235-185D-568E-B5C4-A8614F563949}" dt="2026-08-11T03:24:58.910" v="318" actId="478"/>
          <ac:picMkLst>
            <pc:docMk/>
            <pc:sldMk cId="2590926686" sldId="375"/>
            <ac:picMk id="4" creationId="{2C60F7B9-F45C-B64A-4A59-9D5ACFFF5A6E}"/>
          </ac:picMkLst>
        </pc:picChg>
        <pc:picChg chg="del">
          <ac:chgData name="Natalie Loui" userId="44e00b98-aa93-48a3-99fc-a4889e00c748" providerId="ADAL" clId="{D486E235-185D-568E-B5C4-A8614F563949}" dt="2026-08-11T03:24:58.910" v="318" actId="478"/>
          <ac:picMkLst>
            <pc:docMk/>
            <pc:sldMk cId="2590926686" sldId="375"/>
            <ac:picMk id="5" creationId="{2748B8DF-8EE2-4CEC-2E21-234147D432B7}"/>
          </ac:picMkLst>
        </pc:picChg>
        <pc:picChg chg="add mod">
          <ac:chgData name="Natalie Loui" userId="44e00b98-aa93-48a3-99fc-a4889e00c748" providerId="ADAL" clId="{D486E235-185D-568E-B5C4-A8614F563949}" dt="2026-08-11T03:31:01.638" v="334" actId="1076"/>
          <ac:picMkLst>
            <pc:docMk/>
            <pc:sldMk cId="2590926686" sldId="375"/>
            <ac:picMk id="6" creationId="{F40DDA2F-ED7D-5783-2B36-40EA322A98E9}"/>
          </ac:picMkLst>
        </pc:picChg>
        <pc:picChg chg="mod">
          <ac:chgData name="Natalie Loui" userId="44e00b98-aa93-48a3-99fc-a4889e00c748" providerId="ADAL" clId="{D486E235-185D-568E-B5C4-A8614F563949}" dt="2026-08-11T03:31:03.221" v="335" actId="1076"/>
          <ac:picMkLst>
            <pc:docMk/>
            <pc:sldMk cId="2590926686" sldId="375"/>
            <ac:picMk id="7" creationId="{576D1C55-0B54-DE86-F00A-F11E7776194E}"/>
          </ac:picMkLst>
        </pc:picChg>
        <pc:picChg chg="mod">
          <ac:chgData name="Natalie Loui" userId="44e00b98-aa93-48a3-99fc-a4889e00c748" providerId="ADAL" clId="{D486E235-185D-568E-B5C4-A8614F563949}" dt="2026-08-11T03:30:59.855" v="333" actId="1076"/>
          <ac:picMkLst>
            <pc:docMk/>
            <pc:sldMk cId="2590926686" sldId="375"/>
            <ac:picMk id="8" creationId="{55954F3D-BFD6-6555-EDCB-109D1C00CCBC}"/>
          </ac:picMkLst>
        </pc:picChg>
        <pc:picChg chg="del">
          <ac:chgData name="Natalie Loui" userId="44e00b98-aa93-48a3-99fc-a4889e00c748" providerId="ADAL" clId="{D486E235-185D-568E-B5C4-A8614F563949}" dt="2026-08-11T03:25:11.945" v="320" actId="478"/>
          <ac:picMkLst>
            <pc:docMk/>
            <pc:sldMk cId="2590926686" sldId="375"/>
            <ac:picMk id="9" creationId="{1708C3BB-49BC-8DD9-45F0-7534445FE801}"/>
          </ac:picMkLst>
        </pc:picChg>
        <pc:picChg chg="del">
          <ac:chgData name="Natalie Loui" userId="44e00b98-aa93-48a3-99fc-a4889e00c748" providerId="ADAL" clId="{D486E235-185D-568E-B5C4-A8614F563949}" dt="2026-08-11T03:24:58.910" v="318" actId="478"/>
          <ac:picMkLst>
            <pc:docMk/>
            <pc:sldMk cId="2590926686" sldId="375"/>
            <ac:picMk id="11" creationId="{6A1A0621-485C-5611-61EE-6E1F22EA14EA}"/>
          </ac:picMkLst>
        </pc:picChg>
      </pc:sldChg>
      <pc:sldChg chg="addSp modSp new mod">
        <pc:chgData name="Natalie Loui" userId="44e00b98-aa93-48a3-99fc-a4889e00c748" providerId="ADAL" clId="{D486E235-185D-568E-B5C4-A8614F563949}" dt="2026-08-11T03:44:11.637" v="362" actId="1076"/>
        <pc:sldMkLst>
          <pc:docMk/>
          <pc:sldMk cId="2683041316" sldId="376"/>
        </pc:sldMkLst>
        <pc:picChg chg="add mod">
          <ac:chgData name="Natalie Loui" userId="44e00b98-aa93-48a3-99fc-a4889e00c748" providerId="ADAL" clId="{D486E235-185D-568E-B5C4-A8614F563949}" dt="2026-08-11T03:44:11.637" v="362" actId="1076"/>
          <ac:picMkLst>
            <pc:docMk/>
            <pc:sldMk cId="2683041316" sldId="376"/>
            <ac:picMk id="2" creationId="{DC80134B-FEF7-A4EE-25FF-232784B44739}"/>
          </ac:picMkLst>
        </pc:picChg>
        <pc:picChg chg="add mod">
          <ac:chgData name="Natalie Loui" userId="44e00b98-aa93-48a3-99fc-a4889e00c748" providerId="ADAL" clId="{D486E235-185D-568E-B5C4-A8614F563949}" dt="2026-08-11T03:44:09.805" v="361" actId="1076"/>
          <ac:picMkLst>
            <pc:docMk/>
            <pc:sldMk cId="2683041316" sldId="376"/>
            <ac:picMk id="3" creationId="{73858215-4C96-1EAD-0C71-F177D775C5EB}"/>
          </ac:picMkLst>
        </pc:picChg>
      </pc:sldChg>
      <pc:sldChg chg="addSp delSp modSp new mod">
        <pc:chgData name="Natalie Loui" userId="44e00b98-aa93-48a3-99fc-a4889e00c748" providerId="ADAL" clId="{D486E235-185D-568E-B5C4-A8614F563949}" dt="2026-08-11T03:52:55.662" v="403" actId="1076"/>
        <pc:sldMkLst>
          <pc:docMk/>
          <pc:sldMk cId="2805181720" sldId="377"/>
        </pc:sldMkLst>
        <pc:picChg chg="add mod">
          <ac:chgData name="Natalie Loui" userId="44e00b98-aa93-48a3-99fc-a4889e00c748" providerId="ADAL" clId="{D486E235-185D-568E-B5C4-A8614F563949}" dt="2026-08-11T03:52:55.662" v="403" actId="1076"/>
          <ac:picMkLst>
            <pc:docMk/>
            <pc:sldMk cId="2805181720" sldId="377"/>
            <ac:picMk id="2" creationId="{CEB5EACE-1513-81E2-3DDF-D450478C0490}"/>
          </ac:picMkLst>
        </pc:picChg>
        <pc:picChg chg="add mod">
          <ac:chgData name="Natalie Loui" userId="44e00b98-aa93-48a3-99fc-a4889e00c748" providerId="ADAL" clId="{D486E235-185D-568E-B5C4-A8614F563949}" dt="2026-08-11T03:52:55.662" v="403" actId="1076"/>
          <ac:picMkLst>
            <pc:docMk/>
            <pc:sldMk cId="2805181720" sldId="377"/>
            <ac:picMk id="3" creationId="{90582CB4-47B5-9F7F-69E6-000A5BB67DBA}"/>
          </ac:picMkLst>
        </pc:picChg>
        <pc:picChg chg="add mod">
          <ac:chgData name="Natalie Loui" userId="44e00b98-aa93-48a3-99fc-a4889e00c748" providerId="ADAL" clId="{D486E235-185D-568E-B5C4-A8614F563949}" dt="2026-08-11T03:52:55.662" v="403" actId="1076"/>
          <ac:picMkLst>
            <pc:docMk/>
            <pc:sldMk cId="2805181720" sldId="377"/>
            <ac:picMk id="4" creationId="{6842E3EC-D6D9-D4E0-73AE-FC5C440584BA}"/>
          </ac:picMkLst>
        </pc:picChg>
        <pc:picChg chg="add del mod">
          <ac:chgData name="Natalie Loui" userId="44e00b98-aa93-48a3-99fc-a4889e00c748" providerId="ADAL" clId="{D486E235-185D-568E-B5C4-A8614F563949}" dt="2026-08-11T03:50:39.896" v="390" actId="21"/>
          <ac:picMkLst>
            <pc:docMk/>
            <pc:sldMk cId="2805181720" sldId="377"/>
            <ac:picMk id="5" creationId="{A6645ACE-8053-9D8E-7736-DCC20C226567}"/>
          </ac:picMkLst>
        </pc:picChg>
        <pc:picChg chg="add mod">
          <ac:chgData name="Natalie Loui" userId="44e00b98-aa93-48a3-99fc-a4889e00c748" providerId="ADAL" clId="{D486E235-185D-568E-B5C4-A8614F563949}" dt="2026-08-11T03:52:55.662" v="403" actId="1076"/>
          <ac:picMkLst>
            <pc:docMk/>
            <pc:sldMk cId="2805181720" sldId="377"/>
            <ac:picMk id="6" creationId="{42753CDD-CDA0-5F28-82E3-2CCF2B338041}"/>
          </ac:picMkLst>
        </pc:picChg>
      </pc:sldChg>
      <pc:sldChg chg="addSp new">
        <pc:chgData name="Natalie Loui" userId="44e00b98-aa93-48a3-99fc-a4889e00c748" providerId="ADAL" clId="{D486E235-185D-568E-B5C4-A8614F563949}" dt="2026-08-11T03:46:26.245" v="371"/>
        <pc:sldMkLst>
          <pc:docMk/>
          <pc:sldMk cId="377151385" sldId="378"/>
        </pc:sldMkLst>
        <pc:picChg chg="add">
          <ac:chgData name="Natalie Loui" userId="44e00b98-aa93-48a3-99fc-a4889e00c748" providerId="ADAL" clId="{D486E235-185D-568E-B5C4-A8614F563949}" dt="2026-08-11T03:46:26.245" v="371"/>
          <ac:picMkLst>
            <pc:docMk/>
            <pc:sldMk cId="377151385" sldId="378"/>
            <ac:picMk id="2" creationId="{531151F4-5319-1FF8-DED0-4A3ACACD2E96}"/>
          </ac:picMkLst>
        </pc:picChg>
      </pc:sldChg>
      <pc:sldChg chg="addSp modSp add mod">
        <pc:chgData name="Natalie Loui" userId="44e00b98-aa93-48a3-99fc-a4889e00c748" providerId="ADAL" clId="{D486E235-185D-568E-B5C4-A8614F563949}" dt="2026-08-11T03:52:01.683" v="397" actId="14826"/>
        <pc:sldMkLst>
          <pc:docMk/>
          <pc:sldMk cId="2297960379" sldId="379"/>
        </pc:sldMkLst>
        <pc:picChg chg="mod">
          <ac:chgData name="Natalie Loui" userId="44e00b98-aa93-48a3-99fc-a4889e00c748" providerId="ADAL" clId="{D486E235-185D-568E-B5C4-A8614F563949}" dt="2026-08-11T03:52:01.683" v="397" actId="14826"/>
          <ac:picMkLst>
            <pc:docMk/>
            <pc:sldMk cId="2297960379" sldId="379"/>
            <ac:picMk id="2" creationId="{D4CC4DAF-FDD6-8E4C-2D91-60D6A36450D9}"/>
          </ac:picMkLst>
        </pc:picChg>
        <pc:picChg chg="add mod">
          <ac:chgData name="Natalie Loui" userId="44e00b98-aa93-48a3-99fc-a4889e00c748" providerId="ADAL" clId="{D486E235-185D-568E-B5C4-A8614F563949}" dt="2026-08-11T03:47:44.756" v="376" actId="14100"/>
          <ac:picMkLst>
            <pc:docMk/>
            <pc:sldMk cId="2297960379" sldId="379"/>
            <ac:picMk id="3" creationId="{77E87A88-E81B-3440-A4DA-F81BFA0668CA}"/>
          </ac:picMkLst>
        </pc:picChg>
        <pc:picChg chg="add mod">
          <ac:chgData name="Natalie Loui" userId="44e00b98-aa93-48a3-99fc-a4889e00c748" providerId="ADAL" clId="{D486E235-185D-568E-B5C4-A8614F563949}" dt="2026-08-11T03:48:44.956" v="383" actId="1076"/>
          <ac:picMkLst>
            <pc:docMk/>
            <pc:sldMk cId="2297960379" sldId="379"/>
            <ac:picMk id="4" creationId="{23024274-8332-14E6-A497-85EEA6CE051A}"/>
          </ac:picMkLst>
        </pc:picChg>
        <pc:picChg chg="add mod">
          <ac:chgData name="Natalie Loui" userId="44e00b98-aa93-48a3-99fc-a4889e00c748" providerId="ADAL" clId="{D486E235-185D-568E-B5C4-A8614F563949}" dt="2026-08-11T03:50:45.192" v="392" actId="1076"/>
          <ac:picMkLst>
            <pc:docMk/>
            <pc:sldMk cId="2297960379" sldId="379"/>
            <ac:picMk id="5" creationId="{96D0D072-6704-62AC-FAF7-C9B8D64A9614}"/>
          </ac:picMkLst>
        </pc:picChg>
      </pc:sldChg>
      <pc:sldChg chg="addSp delSp modSp add mod ord">
        <pc:chgData name="Natalie Loui" userId="44e00b98-aa93-48a3-99fc-a4889e00c748" providerId="ADAL" clId="{D486E235-185D-568E-B5C4-A8614F563949}" dt="2026-08-11T21:41:40.944" v="450" actId="1076"/>
        <pc:sldMkLst>
          <pc:docMk/>
          <pc:sldMk cId="809450138" sldId="380"/>
        </pc:sldMkLst>
        <pc:picChg chg="mod">
          <ac:chgData name="Natalie Loui" userId="44e00b98-aa93-48a3-99fc-a4889e00c748" providerId="ADAL" clId="{D486E235-185D-568E-B5C4-A8614F563949}" dt="2026-08-11T21:41:01.621" v="442" actId="1076"/>
          <ac:picMkLst>
            <pc:docMk/>
            <pc:sldMk cId="809450138" sldId="380"/>
            <ac:picMk id="2" creationId="{80E6567C-65F9-4120-F3ED-3E2AC1770395}"/>
          </ac:picMkLst>
        </pc:picChg>
        <pc:picChg chg="mod">
          <ac:chgData name="Natalie Loui" userId="44e00b98-aa93-48a3-99fc-a4889e00c748" providerId="ADAL" clId="{D486E235-185D-568E-B5C4-A8614F563949}" dt="2026-08-11T21:41:01.621" v="442" actId="1076"/>
          <ac:picMkLst>
            <pc:docMk/>
            <pc:sldMk cId="809450138" sldId="380"/>
            <ac:picMk id="3" creationId="{7E5979F3-1336-C22C-336E-262E271E4281}"/>
          </ac:picMkLst>
        </pc:picChg>
        <pc:picChg chg="del mod">
          <ac:chgData name="Natalie Loui" userId="44e00b98-aa93-48a3-99fc-a4889e00c748" providerId="ADAL" clId="{D486E235-185D-568E-B5C4-A8614F563949}" dt="2026-08-11T13:51:39.672" v="441" actId="478"/>
          <ac:picMkLst>
            <pc:docMk/>
            <pc:sldMk cId="809450138" sldId="380"/>
            <ac:picMk id="4" creationId="{52AC2921-9812-45A4-9854-CC5C9705184E}"/>
          </ac:picMkLst>
        </pc:picChg>
        <pc:picChg chg="add mod">
          <ac:chgData name="Natalie Loui" userId="44e00b98-aa93-48a3-99fc-a4889e00c748" providerId="ADAL" clId="{D486E235-185D-568E-B5C4-A8614F563949}" dt="2026-08-11T21:41:25.166" v="448" actId="1076"/>
          <ac:picMkLst>
            <pc:docMk/>
            <pc:sldMk cId="809450138" sldId="380"/>
            <ac:picMk id="5" creationId="{6D4EDE7A-EE7E-00CF-C5FA-AA2878D33F1F}"/>
          </ac:picMkLst>
        </pc:picChg>
        <pc:picChg chg="mod">
          <ac:chgData name="Natalie Loui" userId="44e00b98-aa93-48a3-99fc-a4889e00c748" providerId="ADAL" clId="{D486E235-185D-568E-B5C4-A8614F563949}" dt="2026-08-11T21:41:01.621" v="442" actId="1076"/>
          <ac:picMkLst>
            <pc:docMk/>
            <pc:sldMk cId="809450138" sldId="380"/>
            <ac:picMk id="6" creationId="{2474358F-2E30-E225-878C-3C5311E2F339}"/>
          </ac:picMkLst>
        </pc:picChg>
        <pc:picChg chg="add mod">
          <ac:chgData name="Natalie Loui" userId="44e00b98-aa93-48a3-99fc-a4889e00c748" providerId="ADAL" clId="{D486E235-185D-568E-B5C4-A8614F563949}" dt="2026-08-11T21:41:30.095" v="449" actId="1076"/>
          <ac:picMkLst>
            <pc:docMk/>
            <pc:sldMk cId="809450138" sldId="380"/>
            <ac:picMk id="7" creationId="{5A42AEEA-9B29-FD55-1C81-128983936127}"/>
          </ac:picMkLst>
        </pc:picChg>
        <pc:picChg chg="add del mod">
          <ac:chgData name="Natalie Loui" userId="44e00b98-aa93-48a3-99fc-a4889e00c748" providerId="ADAL" clId="{D486E235-185D-568E-B5C4-A8614F563949}" dt="2026-08-11T21:41:09.132" v="445" actId="478"/>
          <ac:picMkLst>
            <pc:docMk/>
            <pc:sldMk cId="809450138" sldId="380"/>
            <ac:picMk id="8" creationId="{1F755920-863A-E878-44D0-BD797C9C0F10}"/>
          </ac:picMkLst>
        </pc:picChg>
        <pc:picChg chg="add mod">
          <ac:chgData name="Natalie Loui" userId="44e00b98-aa93-48a3-99fc-a4889e00c748" providerId="ADAL" clId="{D486E235-185D-568E-B5C4-A8614F563949}" dt="2026-08-11T21:41:40.944" v="450" actId="1076"/>
          <ac:picMkLst>
            <pc:docMk/>
            <pc:sldMk cId="809450138" sldId="380"/>
            <ac:picMk id="9" creationId="{1251DBC2-8891-32AB-3550-2D712B134E9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EE646-0D1B-2622-3669-CE2F1C25D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84D3B-2DFA-880E-DFFC-A17A5EEFB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0C86C-C158-581D-11EA-2220A66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6DF9F-FF43-8A03-3A8E-48DD4ABA0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4CD7-D894-7D2B-92CC-116E0B39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9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E973B-2A1E-B1F9-E4E2-85FBDB8B0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D708B-C072-D5EC-3686-6EBA64DF6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7A075-86B8-0FED-0288-63639F3E6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04326-1054-62A1-CBAC-E581D77AB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B70E7-E7EE-E2EC-2576-D3D05423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2A83-7773-E5C5-E43D-9CB86B66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F3F7-77A1-3184-1DC5-3957A1F43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B3E5-C320-A1A8-DAA9-35920717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C9F13-4813-3311-E8FE-46F98241B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FAA0F-985F-C350-E714-06B3EB018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54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B719D-0D76-23F2-5A98-82CA84CD0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4DC65-7BC9-27EA-3DDB-E5C2CD970C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CF9C1-9DFD-92A5-009B-4291479BB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ACD39-09E3-A03B-8B35-D7411B7B2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63713-2D9F-68B3-5946-F45EB13BB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3F845-BA87-17FA-AF7A-B242A8932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690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99217-446E-6B11-D60C-90B56F62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6C666-266F-D61E-E33D-B84C199C2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A82EB-31CD-5D49-BD34-EEF7EC27C9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21E46-AE3B-63E3-7548-FAAE5709BE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EB7BE-45A4-E701-B3A8-CCC2C3A22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D2BCCB-BD73-37BC-D0FA-3ADD9F93F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B74190-6CF1-26DC-4A31-C2F16D9C6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5A62D2-2DB3-A154-6F71-A0861623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4149-9795-AE65-034A-66429C0A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AB070-ACD7-BB29-DC64-0E86B0E1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13BE0-A5B7-B943-5F90-C92180BF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EFD66-E066-A64B-8B3A-E929CE30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215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D83D25-90B6-0C41-77DC-1331A4BA8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5811BE-D9BE-7B71-A271-AA2A63F3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A68AC-2B71-6C1E-E8C9-8DA473619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70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451A-4780-0B7C-3407-7AA71BBEA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FFD4C-13D0-DE16-C37B-77D5A1B89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33114-5E14-A625-E782-C864B7877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977F9-DF73-AFB3-B805-453AD924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24918-8782-B3C1-16BA-8D0F91EA2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C1A6B-609C-0504-E9F3-6A8E26058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35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A8D4-3BBA-A628-90E8-7AD67BDA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909F84-2DA4-16AB-E86A-E6868F1D9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316B4-3712-C91F-6C6F-7297F468A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1CB093-04CD-2228-4D01-AB309605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10A9D-826D-FCD7-7AED-986D2361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76860-8FA2-6B07-0953-0326B095F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3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1CE1-63E8-B445-7303-38F8CCBD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91E2B9-9AE4-CFF8-90B2-831C009B9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E0162-A2ED-7D2E-FBD7-351207D1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0E7CF-B1D4-447E-AB93-66D17B9C4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E92B4-96B2-C069-8BD5-E623A6ED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1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C4B2B-6F74-3C2E-AB17-06808D0627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2C32B-8AF1-3D5C-E87C-685541BF2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9A131-CB3B-1D2D-3F01-3F8C017D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A8BAE-235F-AFC7-035B-7706836F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A9CA9-DA80-EE86-68EB-0763E9CB1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9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949E9-7E99-8F96-673C-24FB43E6D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0139C-4323-1F52-F172-2F3E7B793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4848C-4FF6-54D2-BE51-D18643BBD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ED458-9AC6-F04B-8281-B16F60CE1987}" type="datetimeFigureOut">
              <a:rPr lang="en-US" smtClean="0"/>
              <a:t>8/10/26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6A595-540C-8752-A872-692135955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6965E-D240-F0E2-6915-5E41458F6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DC4F07-7EDE-4B49-8BEB-965F16E350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3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85.png"/><Relationship Id="rId7" Type="http://schemas.openxmlformats.org/officeDocument/2006/relationships/image" Target="../media/image189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86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92.png"/><Relationship Id="rId7" Type="http://schemas.openxmlformats.org/officeDocument/2006/relationships/image" Target="../media/image196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2.png"/><Relationship Id="rId5" Type="http://schemas.openxmlformats.org/officeDocument/2006/relationships/image" Target="../media/image201.png"/><Relationship Id="rId4" Type="http://schemas.openxmlformats.org/officeDocument/2006/relationships/image" Target="../media/image200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9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png"/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png"/><Relationship Id="rId2" Type="http://schemas.openxmlformats.org/officeDocument/2006/relationships/image" Target="../media/image2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1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6.png"/><Relationship Id="rId2" Type="http://schemas.openxmlformats.org/officeDocument/2006/relationships/image" Target="../media/image26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9.png"/><Relationship Id="rId2" Type="http://schemas.openxmlformats.org/officeDocument/2006/relationships/image" Target="../media/image26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3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1.png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4.png"/><Relationship Id="rId2" Type="http://schemas.openxmlformats.org/officeDocument/2006/relationships/image" Target="../media/image28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5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7.png"/><Relationship Id="rId2" Type="http://schemas.openxmlformats.org/officeDocument/2006/relationships/image" Target="../media/image28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8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8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1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png"/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7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9.png"/><Relationship Id="rId2" Type="http://schemas.openxmlformats.org/officeDocument/2006/relationships/image" Target="../media/image29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2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30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.png"/><Relationship Id="rId2" Type="http://schemas.openxmlformats.org/officeDocument/2006/relationships/image" Target="../media/image30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9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2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png"/><Relationship Id="rId2" Type="http://schemas.openxmlformats.org/officeDocument/2006/relationships/image" Target="../media/image3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7.png"/><Relationship Id="rId2" Type="http://schemas.openxmlformats.org/officeDocument/2006/relationships/image" Target="../media/image3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8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png"/><Relationship Id="rId3" Type="http://schemas.openxmlformats.org/officeDocument/2006/relationships/image" Target="../media/image320.png"/><Relationship Id="rId7" Type="http://schemas.openxmlformats.org/officeDocument/2006/relationships/image" Target="../media/image324.png"/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3.png"/><Relationship Id="rId5" Type="http://schemas.openxmlformats.org/officeDocument/2006/relationships/image" Target="../media/image322.png"/><Relationship Id="rId4" Type="http://schemas.openxmlformats.org/officeDocument/2006/relationships/image" Target="../media/image321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7.png"/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1.png"/><Relationship Id="rId4" Type="http://schemas.openxmlformats.org/officeDocument/2006/relationships/image" Target="../media/image330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8.png"/><Relationship Id="rId3" Type="http://schemas.openxmlformats.org/officeDocument/2006/relationships/image" Target="../media/image333.png"/><Relationship Id="rId7" Type="http://schemas.openxmlformats.org/officeDocument/2006/relationships/image" Target="../media/image337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6.png"/><Relationship Id="rId5" Type="http://schemas.openxmlformats.org/officeDocument/2006/relationships/image" Target="../media/image335.png"/><Relationship Id="rId4" Type="http://schemas.openxmlformats.org/officeDocument/2006/relationships/image" Target="../media/image334.png"/><Relationship Id="rId9" Type="http://schemas.openxmlformats.org/officeDocument/2006/relationships/image" Target="../media/image339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3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8.png"/><Relationship Id="rId5" Type="http://schemas.openxmlformats.org/officeDocument/2006/relationships/image" Target="../media/image344.png"/><Relationship Id="rId4" Type="http://schemas.openxmlformats.org/officeDocument/2006/relationships/image" Target="../media/image34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png"/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7.png"/><Relationship Id="rId4" Type="http://schemas.openxmlformats.org/officeDocument/2006/relationships/image" Target="../media/image337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9.png"/><Relationship Id="rId2" Type="http://schemas.openxmlformats.org/officeDocument/2006/relationships/image" Target="../media/image34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0.png"/><Relationship Id="rId4" Type="http://schemas.openxmlformats.org/officeDocument/2006/relationships/image" Target="../media/image33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6.png"/><Relationship Id="rId7" Type="http://schemas.openxmlformats.org/officeDocument/2006/relationships/image" Target="../media/image350.png"/><Relationship Id="rId2" Type="http://schemas.openxmlformats.org/officeDocument/2006/relationships/image" Target="../media/image3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9.png"/><Relationship Id="rId5" Type="http://schemas.openxmlformats.org/officeDocument/2006/relationships/image" Target="../media/image348.png"/><Relationship Id="rId4" Type="http://schemas.openxmlformats.org/officeDocument/2006/relationships/image" Target="../media/image347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D39527-73E6-9EF2-7D75-C6C40FAA2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0"/>
            <a:ext cx="5230794" cy="26007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BCE487-F075-17B3-E375-516632AE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2830689"/>
            <a:ext cx="5230793" cy="3526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2AF474-519F-33F4-19B2-FDC29465DE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477" y="2688167"/>
            <a:ext cx="5550889" cy="366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8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1"/>
            <a:ext cx="4572000" cy="3022169"/>
          </a:xfrm>
          <a:prstGeom prst="rect">
            <a:avLst/>
          </a:prstGeom>
        </p:spPr>
      </p:pic>
      <p:pic>
        <p:nvPicPr>
          <p:cNvPr id="4" name="Picture 3" descr="hist_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6848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79D99F-BEA6-F0CE-DDBD-9166235FE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70300" cy="278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C1E977-6D49-1C93-1EDB-513AEEABD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66673"/>
            <a:ext cx="3670300" cy="290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B96A97-837B-D525-8CA7-ADB702A065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52145" y="10583"/>
            <a:ext cx="2843012" cy="2984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7A6B9B-05AA-8EFC-94A0-5812AAC451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97980" y="0"/>
            <a:ext cx="2731087" cy="2866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6C4F28-E9C9-0330-6F7D-492680D40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3123" y="2949724"/>
            <a:ext cx="2722034" cy="2742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F4BF3F-2E8A-A655-C437-2EBEAE6760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980" y="2984155"/>
            <a:ext cx="3574726" cy="2707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F5EABA-E50C-51D0-1163-AF559288394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10623" y="10583"/>
            <a:ext cx="2808564" cy="28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892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129F-CADC-F44C-C7AD-7D076911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F1843C-6CDB-D1B1-92ED-C29E2C05B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10583"/>
            <a:ext cx="3670300" cy="278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E5BDFC-51AD-177E-7942-07E1407AB4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2866673"/>
            <a:ext cx="3670300" cy="2908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9A156A-5AF7-470E-D1D5-5C7C101EA8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77349" y="10583"/>
            <a:ext cx="2792604" cy="29841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EE949A-2807-ACF1-58F8-6CFB9C952C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22192" y="0"/>
            <a:ext cx="2682662" cy="2866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3AEB7B-84F4-6AB2-0F2F-0F2AD6729A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73123" y="2949724"/>
            <a:ext cx="2722033" cy="27421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9141DB-A132-91B8-6159-2D2B91742F5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97980" y="2984155"/>
            <a:ext cx="3574726" cy="27077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3F2CC1-FD58-755F-F3F2-2CC8AFC11DC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10623" y="30085"/>
            <a:ext cx="2808564" cy="282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631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3DB08C-7051-5806-75F4-E6CAC9097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72" y="146050"/>
            <a:ext cx="3670300" cy="2908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D6F86E4-54BA-403E-19BC-A8D626F0F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856" y="44451"/>
            <a:ext cx="2943642" cy="30045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A3FE80-BEC7-2FA5-B59B-841AAD300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140" y="44451"/>
            <a:ext cx="2862438" cy="3004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1C29C6-4479-A438-1B52-80A52CD726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7866" y="3148895"/>
            <a:ext cx="2740632" cy="2760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7E5E42-252D-EC2B-13F7-1A46E848B7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140" y="3148895"/>
            <a:ext cx="3644916" cy="276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022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78F963-FB51-39BA-3150-89AD764BEEF2}"/>
              </a:ext>
            </a:extLst>
          </p:cNvPr>
          <p:cNvSpPr txBox="1"/>
          <p:nvPr/>
        </p:nvSpPr>
        <p:spPr>
          <a:xfrm>
            <a:off x="3601156" y="1941689"/>
            <a:ext cx="13933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/>
              <a:t>AA</a:t>
            </a:r>
          </a:p>
        </p:txBody>
      </p:sp>
    </p:spTree>
    <p:extLst>
      <p:ext uri="{BB962C8B-B14F-4D97-AF65-F5344CB8AC3E}">
        <p14:creationId xmlns:p14="http://schemas.microsoft.com/office/powerpoint/2010/main" val="2511872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883472-8DB0-03FA-4B0C-9AB471C37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33" y="565856"/>
            <a:ext cx="5571773" cy="37566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D7D3D1-5365-3C42-B605-6E1E9FB5A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332" y="565856"/>
            <a:ext cx="5571773" cy="369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7568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86200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48000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62400"/>
            <a:ext cx="4572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511943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6477000" cy="3877477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533400"/>
            <a:ext cx="4572000" cy="3025588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570194"/>
            <a:ext cx="4572000" cy="3391877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93DCA3-8A63-8394-3D3D-191A1FE36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670300" cy="2781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2EB676-DD8A-AAB3-6992-35BAD46D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289" y="2781300"/>
            <a:ext cx="3670300" cy="2908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97AE33-EFA1-1F09-421C-156430A5E4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07366" y="0"/>
            <a:ext cx="2687337" cy="27812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5BD486-3834-3934-8134-A0655F7C90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760331" y="0"/>
            <a:ext cx="2687337" cy="27813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C15FD3-C8F0-8674-8E43-0F171E657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366" y="3000023"/>
            <a:ext cx="2760848" cy="2781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C9294D-EB35-531B-CF29-B2F63DF74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7668" y="0"/>
            <a:ext cx="2744332" cy="27630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49DDC3-2A8B-7337-D5AD-0435512FCE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147" y="3019779"/>
            <a:ext cx="377190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5607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0624DA-8FDA-5288-CB89-22DD8DB1F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95" y="157339"/>
            <a:ext cx="3670300" cy="2908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9ED2EF-9F9D-9393-2353-4704458D1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900" y="157339"/>
            <a:ext cx="3632200" cy="37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47950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44280A-EA11-1465-7C82-9776C343594E}"/>
              </a:ext>
            </a:extLst>
          </p:cNvPr>
          <p:cNvSpPr txBox="1"/>
          <p:nvPr/>
        </p:nvSpPr>
        <p:spPr>
          <a:xfrm>
            <a:off x="67138" y="424622"/>
            <a:ext cx="1205772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Average Profiles of BOTH WT and AA</a:t>
            </a:r>
          </a:p>
        </p:txBody>
      </p:sp>
    </p:spTree>
    <p:extLst>
      <p:ext uri="{BB962C8B-B14F-4D97-AF65-F5344CB8AC3E}">
        <p14:creationId xmlns:p14="http://schemas.microsoft.com/office/powerpoint/2010/main" val="5828564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2E714A7-4529-9CF8-4CEB-449ED1037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30" y="937270"/>
            <a:ext cx="2778695" cy="28092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D9E59E-4ACA-047A-151F-07AE33FB1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711" y="937269"/>
            <a:ext cx="2778694" cy="2809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2571D3-67B1-EC6E-01DE-E2E056361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991" y="937269"/>
            <a:ext cx="2911013" cy="28092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A60BD1-B85A-E205-910A-E1A8557FD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589" y="937269"/>
            <a:ext cx="2911013" cy="28092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32570E-4FDF-87C7-2485-161E3E49298E}"/>
              </a:ext>
            </a:extLst>
          </p:cNvPr>
          <p:cNvSpPr txBox="1"/>
          <p:nvPr/>
        </p:nvSpPr>
        <p:spPr>
          <a:xfrm>
            <a:off x="469900" y="228600"/>
            <a:ext cx="2005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Options of Panel A</a:t>
            </a:r>
          </a:p>
        </p:txBody>
      </p:sp>
    </p:spTree>
    <p:extLst>
      <p:ext uri="{BB962C8B-B14F-4D97-AF65-F5344CB8AC3E}">
        <p14:creationId xmlns:p14="http://schemas.microsoft.com/office/powerpoint/2010/main" val="196239046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3FD7A-E5B2-43E4-DDB2-DEF0C7014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A66324-5742-C805-D09D-BA35E95DD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33" y="3743566"/>
            <a:ext cx="2276122" cy="238912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25BE7A-6944-4A87-E705-D3BFE9803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834" y="3743566"/>
            <a:ext cx="2308407" cy="23891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FD5EBD-4125-263D-7B5D-54FC57529D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33" y="1154290"/>
            <a:ext cx="2276122" cy="23891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090995-C477-080D-1A40-9CE6AA8A0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6834" y="1154290"/>
            <a:ext cx="2308407" cy="23891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1FC557-ADBF-00B1-A943-A9AA23F69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1430" y="1154290"/>
            <a:ext cx="2276122" cy="23891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E25C6D-975D-676B-6652-D45DA9B002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5205" y="1154290"/>
            <a:ext cx="2356836" cy="23891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787C02-4E8C-63A3-A09C-C9F45CCE63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031608" y="3743566"/>
            <a:ext cx="2316478" cy="23891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2AE521-B54A-C446-6B98-39AE9E545B3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03634" y="3743566"/>
            <a:ext cx="2308407" cy="2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6441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BA98B-65D3-6118-11C8-28F5EA52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76D1C55-0B54-DE86-F00A-F11E77761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808" y="1087364"/>
            <a:ext cx="3506814" cy="33586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954F3D-BFD6-6555-EDCB-109D1C00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3" y="1087364"/>
            <a:ext cx="3413913" cy="33522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DDA2F-ED7D-5783-2B36-40EA322A9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285" y="1087365"/>
            <a:ext cx="3549482" cy="335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92668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80134B-FEF7-A4EE-25FF-232784B44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350" y="561231"/>
            <a:ext cx="5987650" cy="573553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858215-4C96-1EAD-0C71-F177D775C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0" y="561231"/>
            <a:ext cx="5987650" cy="57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4131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C7941-22E1-6283-C4F6-BB71DC67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571477-5830-09BE-59AA-45212FF72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231" y="361973"/>
            <a:ext cx="2836872" cy="297771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A79119-2BE6-6D5B-A536-EEDBF034E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899" y="361973"/>
            <a:ext cx="2877111" cy="29777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B51F80-E601-1AFA-8D21-DD9A85BBA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07" y="3516037"/>
            <a:ext cx="4409528" cy="4223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921837-5C57-B1CD-0D72-A28B589D1C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8164" y="3516038"/>
            <a:ext cx="4408846" cy="42232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347D9BA-35A9-369C-DB5A-BC6224712B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08" y="366498"/>
            <a:ext cx="2943123" cy="297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576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5EACE-1513-81E2-3DDF-D450478C04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401050" y="1695450"/>
            <a:ext cx="3581400" cy="3467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0582CB4-47B5-9F7F-69E6-000A5BB67D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49893" y="1695450"/>
            <a:ext cx="3441607" cy="33673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42E3EC-D6D9-D4E0-73AE-FC5C44058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646" y="1695450"/>
            <a:ext cx="3420247" cy="3467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2753CDD-CDA0-5F28-82E3-2CCF2B3380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171560" y="1626513"/>
            <a:ext cx="34671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817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19C74-A21C-CB4D-9F5F-0E386DA05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4CC4DAF-FDD6-8E4C-2D91-60D6A364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382000" y="1695450"/>
            <a:ext cx="3619500" cy="34671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E87A88-E81B-3440-A4DA-F81BFA066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849" y="1695450"/>
            <a:ext cx="3441607" cy="3467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024274-8332-14E6-A497-85EEA6CE0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791" y="1695450"/>
            <a:ext cx="3303116" cy="3467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D0D072-6704-62AC-FAF7-C9B8D64A9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19301" y="1657350"/>
            <a:ext cx="34671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6037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F5F2F-51D3-6124-67DE-F7347043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0E6567C-65F9-4120-F3ED-3E2AC17703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772361" y="3429000"/>
            <a:ext cx="3405570" cy="32968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5979F3-1336-C22C-336E-262E271E42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02755" y="3428999"/>
            <a:ext cx="3369606" cy="32968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74358F-2E30-E225-878C-3C5311E2F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22" y="3428998"/>
            <a:ext cx="3261046" cy="3296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4EDE7A-EE7E-00CF-C5FA-AA2878D33F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54246" y="37483"/>
            <a:ext cx="3441799" cy="3296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42AEEA-9B29-FD55-1C81-1289839361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755" y="36229"/>
            <a:ext cx="3272640" cy="3296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51DBC2-8891-32AB-3550-2D712B134E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204" y="36229"/>
            <a:ext cx="3296881" cy="333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45013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51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12</Words>
  <Application>Microsoft Macintosh PowerPoint</Application>
  <PresentationFormat>Widescreen</PresentationFormat>
  <Paragraphs>3</Paragraphs>
  <Slides>116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Natalie Loui</dc:creator>
  <cp:lastModifiedBy>Natalie Loui</cp:lastModifiedBy>
  <cp:revision>1</cp:revision>
  <dcterms:created xsi:type="dcterms:W3CDTF">2026-07-29T13:48:33Z</dcterms:created>
  <dcterms:modified xsi:type="dcterms:W3CDTF">2026-08-11T21:41:43Z</dcterms:modified>
</cp:coreProperties>
</file>