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8" r:id="rId2"/>
  </p:sldIdLst>
  <p:sldSz cx="43891200" cy="32918400"/>
  <p:notesSz cx="31954788" cy="50149125"/>
  <p:embeddedFontLst>
    <p:embeddedFont>
      <p:font typeface="Libre Baskerville" panose="02000000000000000000" pitchFamily="2" charset="0"/>
      <p:regular r:id="rId5"/>
      <p:bold r:id="rId6"/>
      <p:italic r:id="rId7"/>
    </p:embeddedFont>
    <p:embeddedFont>
      <p:font typeface="Yu Mincho" panose="02020400000000000000" pitchFamily="18" charset="-128"/>
      <p:regular r:id="rId8"/>
    </p:embeddedFont>
  </p:embeddedFontLst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68" userDrawn="1">
          <p15:clr>
            <a:srgbClr val="A4A3A4"/>
          </p15:clr>
        </p15:guide>
        <p15:guide id="2" orient="horz" pos="5632" userDrawn="1">
          <p15:clr>
            <a:srgbClr val="A4A3A4"/>
          </p15:clr>
        </p15:guide>
        <p15:guide id="3" orient="horz" pos="3533" userDrawn="1">
          <p15:clr>
            <a:srgbClr val="A4A3A4"/>
          </p15:clr>
        </p15:guide>
        <p15:guide id="4" orient="horz" pos="6246" userDrawn="1">
          <p15:clr>
            <a:srgbClr val="A4A3A4"/>
          </p15:clr>
        </p15:guide>
        <p15:guide id="5" pos="720" userDrawn="1">
          <p15:clr>
            <a:srgbClr val="A4A3A4"/>
          </p15:clr>
        </p15:guide>
        <p15:guide id="6" pos="6912" userDrawn="1">
          <p15:clr>
            <a:srgbClr val="A4A3A4"/>
          </p15:clr>
        </p15:guide>
        <p15:guide id="7" pos="7392" userDrawn="1">
          <p15:clr>
            <a:srgbClr val="A4A3A4"/>
          </p15:clr>
        </p15:guide>
        <p15:guide id="8" pos="13584" userDrawn="1">
          <p15:clr>
            <a:srgbClr val="A4A3A4"/>
          </p15:clr>
        </p15:guide>
        <p15:guide id="9" pos="14064" userDrawn="1">
          <p15:clr>
            <a:srgbClr val="A4A3A4"/>
          </p15:clr>
        </p15:guide>
        <p15:guide id="10" pos="20256" userDrawn="1">
          <p15:clr>
            <a:srgbClr val="A4A3A4"/>
          </p15:clr>
        </p15:guide>
        <p15:guide id="11" pos="20736" userDrawn="1">
          <p15:clr>
            <a:srgbClr val="A4A3A4"/>
          </p15:clr>
        </p15:guide>
        <p15:guide id="12" pos="269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5795">
          <p15:clr>
            <a:srgbClr val="A4A3A4"/>
          </p15:clr>
        </p15:guide>
        <p15:guide id="2" pos="10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A500"/>
    <a:srgbClr val="FCFCFC"/>
    <a:srgbClr val="0066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F0B398-10E1-0842-B5C2-A2B8AEE62BF1}" v="85" dt="2026-08-25T15:57:50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99" autoAdjust="0"/>
    <p:restoredTop sz="94660" autoAdjust="0"/>
  </p:normalViewPr>
  <p:slideViewPr>
    <p:cSldViewPr>
      <p:cViewPr>
        <p:scale>
          <a:sx n="107" d="100"/>
          <a:sy n="107" d="100"/>
        </p:scale>
        <p:origin x="-19952" y="-5936"/>
      </p:cViewPr>
      <p:guideLst>
        <p:guide orient="horz" pos="19968"/>
        <p:guide orient="horz" pos="5632"/>
        <p:guide orient="horz" pos="3533"/>
        <p:guide orient="horz" pos="6246"/>
        <p:guide pos="720"/>
        <p:guide pos="6912"/>
        <p:guide pos="7392"/>
        <p:guide pos="13584"/>
        <p:guide pos="14064"/>
        <p:guide pos="20256"/>
        <p:guide pos="20736"/>
        <p:guide pos="269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17" d="100"/>
          <a:sy n="17" d="100"/>
        </p:scale>
        <p:origin x="4416" y="178"/>
      </p:cViewPr>
      <p:guideLst>
        <p:guide orient="horz" pos="15795"/>
        <p:guide pos="1006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e Loui" userId="44e00b98-aa93-48a3-99fc-a4889e00c748" providerId="ADAL" clId="{D486E235-185D-568E-B5C4-A8614F563949}"/>
    <pc:docChg chg="undo redo custSel addSld delSld modSld">
      <pc:chgData name="Natalie Loui" userId="44e00b98-aa93-48a3-99fc-a4889e00c748" providerId="ADAL" clId="{D486E235-185D-568E-B5C4-A8614F563949}" dt="2026-08-25T17:51:15.699" v="1918" actId="1035"/>
      <pc:docMkLst>
        <pc:docMk/>
      </pc:docMkLst>
      <pc:sldChg chg="addSp delSp modSp del mod modAnim">
        <pc:chgData name="Natalie Loui" userId="44e00b98-aa93-48a3-99fc-a4889e00c748" providerId="ADAL" clId="{D486E235-185D-568E-B5C4-A8614F563949}" dt="2026-08-24T14:07:27.099" v="1515" actId="2696"/>
        <pc:sldMkLst>
          <pc:docMk/>
          <pc:sldMk cId="3939181026" sldId="267"/>
        </pc:sldMkLst>
      </pc:sldChg>
      <pc:sldChg chg="addSp delSp modSp add mod">
        <pc:chgData name="Natalie Loui" userId="44e00b98-aa93-48a3-99fc-a4889e00c748" providerId="ADAL" clId="{D486E235-185D-568E-B5C4-A8614F563949}" dt="2026-08-25T17:51:15.699" v="1918" actId="1035"/>
        <pc:sldMkLst>
          <pc:docMk/>
          <pc:sldMk cId="1072930330" sldId="268"/>
        </pc:sldMkLst>
        <pc:spChg chg="add mod">
          <ac:chgData name="Natalie Loui" userId="44e00b98-aa93-48a3-99fc-a4889e00c748" providerId="ADAL" clId="{D486E235-185D-568E-B5C4-A8614F563949}" dt="2026-08-24T15:07:32.404" v="1878" actId="1076"/>
          <ac:spMkLst>
            <pc:docMk/>
            <pc:sldMk cId="1072930330" sldId="268"/>
            <ac:spMk id="2" creationId="{91580C22-646E-1E80-FC4F-76FD071A7554}"/>
          </ac:spMkLst>
        </pc:spChg>
        <pc:spChg chg="add mod">
          <ac:chgData name="Natalie Loui" userId="44e00b98-aa93-48a3-99fc-a4889e00c748" providerId="ADAL" clId="{D486E235-185D-568E-B5C4-A8614F563949}" dt="2026-08-24T15:07:23.471" v="1876" actId="1076"/>
          <ac:spMkLst>
            <pc:docMk/>
            <pc:sldMk cId="1072930330" sldId="268"/>
            <ac:spMk id="4" creationId="{9C3395FA-9BE9-95E4-A6E1-7EE92120936F}"/>
          </ac:spMkLst>
        </pc:spChg>
        <pc:spChg chg="add mod">
          <ac:chgData name="Natalie Loui" userId="44e00b98-aa93-48a3-99fc-a4889e00c748" providerId="ADAL" clId="{D486E235-185D-568E-B5C4-A8614F563949}" dt="2026-08-24T15:00:09.536" v="1700" actId="20577"/>
          <ac:spMkLst>
            <pc:docMk/>
            <pc:sldMk cId="1072930330" sldId="268"/>
            <ac:spMk id="7" creationId="{A8CC10AF-0B06-D01E-B4E0-C70814DF11A7}"/>
          </ac:spMkLst>
        </pc:spChg>
        <pc:spChg chg="add mod">
          <ac:chgData name="Natalie Loui" userId="44e00b98-aa93-48a3-99fc-a4889e00c748" providerId="ADAL" clId="{D486E235-185D-568E-B5C4-A8614F563949}" dt="2026-08-24T15:08:15.440" v="1882" actId="12"/>
          <ac:spMkLst>
            <pc:docMk/>
            <pc:sldMk cId="1072930330" sldId="268"/>
            <ac:spMk id="8" creationId="{743CB8DE-B548-CD52-B59A-548810CB274A}"/>
          </ac:spMkLst>
        </pc:spChg>
        <pc:spChg chg="add mod">
          <ac:chgData name="Natalie Loui" userId="44e00b98-aa93-48a3-99fc-a4889e00c748" providerId="ADAL" clId="{D486E235-185D-568E-B5C4-A8614F563949}" dt="2026-08-24T15:07:37.137" v="1879" actId="1076"/>
          <ac:spMkLst>
            <pc:docMk/>
            <pc:sldMk cId="1072930330" sldId="268"/>
            <ac:spMk id="9" creationId="{62C39EEA-3915-8463-D60F-85C18D666DF3}"/>
          </ac:spMkLst>
        </pc:spChg>
        <pc:spChg chg="add mod">
          <ac:chgData name="Natalie Loui" userId="44e00b98-aa93-48a3-99fc-a4889e00c748" providerId="ADAL" clId="{D486E235-185D-568E-B5C4-A8614F563949}" dt="2026-08-24T14:20:40.876" v="1555" actId="14100"/>
          <ac:spMkLst>
            <pc:docMk/>
            <pc:sldMk cId="1072930330" sldId="268"/>
            <ac:spMk id="10" creationId="{37DBF332-B494-83E4-E178-882623CE3290}"/>
          </ac:spMkLst>
        </pc:spChg>
        <pc:spChg chg="add mod">
          <ac:chgData name="Natalie Loui" userId="44e00b98-aa93-48a3-99fc-a4889e00c748" providerId="ADAL" clId="{D486E235-185D-568E-B5C4-A8614F563949}" dt="2026-08-24T15:06:45.945" v="1868" actId="1035"/>
          <ac:spMkLst>
            <pc:docMk/>
            <pc:sldMk cId="1072930330" sldId="268"/>
            <ac:spMk id="11" creationId="{E5AAB5EA-EB2B-9DB1-B998-37ABCD11160F}"/>
          </ac:spMkLst>
        </pc:spChg>
        <pc:spChg chg="add mod">
          <ac:chgData name="Natalie Loui" userId="44e00b98-aa93-48a3-99fc-a4889e00c748" providerId="ADAL" clId="{D486E235-185D-568E-B5C4-A8614F563949}" dt="2026-08-23T20:15:35.160" v="1443" actId="20577"/>
          <ac:spMkLst>
            <pc:docMk/>
            <pc:sldMk cId="1072930330" sldId="268"/>
            <ac:spMk id="17" creationId="{0A90CF1F-EC2F-18F6-A723-CBB9EB5A65A3}"/>
          </ac:spMkLst>
        </pc:spChg>
        <pc:spChg chg="add mod">
          <ac:chgData name="Natalie Loui" userId="44e00b98-aa93-48a3-99fc-a4889e00c748" providerId="ADAL" clId="{D486E235-185D-568E-B5C4-A8614F563949}" dt="2026-08-24T15:04:53.557" v="1840" actId="1036"/>
          <ac:spMkLst>
            <pc:docMk/>
            <pc:sldMk cId="1072930330" sldId="268"/>
            <ac:spMk id="18" creationId="{795AF40F-C4DD-3DB9-1CD6-3A954DE5E248}"/>
          </ac:spMkLst>
        </pc:spChg>
        <pc:spChg chg="add mod">
          <ac:chgData name="Natalie Loui" userId="44e00b98-aa93-48a3-99fc-a4889e00c748" providerId="ADAL" clId="{D486E235-185D-568E-B5C4-A8614F563949}" dt="2026-08-24T15:07:02.871" v="1871" actId="1076"/>
          <ac:spMkLst>
            <pc:docMk/>
            <pc:sldMk cId="1072930330" sldId="268"/>
            <ac:spMk id="21" creationId="{A6D469EA-157C-27F9-345B-C60F366B2CE3}"/>
          </ac:spMkLst>
        </pc:spChg>
        <pc:spChg chg="mod">
          <ac:chgData name="Natalie Loui" userId="44e00b98-aa93-48a3-99fc-a4889e00c748" providerId="ADAL" clId="{D486E235-185D-568E-B5C4-A8614F563949}" dt="2026-08-24T15:08:45.288" v="1883" actId="1076"/>
          <ac:spMkLst>
            <pc:docMk/>
            <pc:sldMk cId="1072930330" sldId="268"/>
            <ac:spMk id="24" creationId="{03BB1BAC-F5F8-E53F-90B6-5BCE457C0E61}"/>
          </ac:spMkLst>
        </pc:spChg>
        <pc:spChg chg="add del mod">
          <ac:chgData name="Natalie Loui" userId="44e00b98-aa93-48a3-99fc-a4889e00c748" providerId="ADAL" clId="{D486E235-185D-568E-B5C4-A8614F563949}" dt="2026-08-25T15:58:03.463" v="1908" actId="478"/>
          <ac:spMkLst>
            <pc:docMk/>
            <pc:sldMk cId="1072930330" sldId="268"/>
            <ac:spMk id="26" creationId="{F8D7FA6A-57EB-8338-A171-B4BD9E6A2CD9}"/>
          </ac:spMkLst>
        </pc:spChg>
        <pc:spChg chg="add del mod">
          <ac:chgData name="Natalie Loui" userId="44e00b98-aa93-48a3-99fc-a4889e00c748" providerId="ADAL" clId="{D486E235-185D-568E-B5C4-A8614F563949}" dt="2026-08-24T15:06:38.099" v="1851" actId="478"/>
          <ac:spMkLst>
            <pc:docMk/>
            <pc:sldMk cId="1072930330" sldId="268"/>
            <ac:spMk id="29" creationId="{60B2AFD9-08FF-20FA-1899-7FECBAC5C075}"/>
          </ac:spMkLst>
        </pc:spChg>
        <pc:spChg chg="mod">
          <ac:chgData name="Natalie Loui" userId="44e00b98-aa93-48a3-99fc-a4889e00c748" providerId="ADAL" clId="{D486E235-185D-568E-B5C4-A8614F563949}" dt="2026-08-24T14:22:16.764" v="1559" actId="166"/>
          <ac:spMkLst>
            <pc:docMk/>
            <pc:sldMk cId="1072930330" sldId="268"/>
            <ac:spMk id="34" creationId="{70AE988F-8B38-690B-409B-8AEA8664BBB5}"/>
          </ac:spMkLst>
        </pc:spChg>
        <pc:spChg chg="mod">
          <ac:chgData name="Natalie Loui" userId="44e00b98-aa93-48a3-99fc-a4889e00c748" providerId="ADAL" clId="{D486E235-185D-568E-B5C4-A8614F563949}" dt="2026-08-24T15:08:49.088" v="1884" actId="1076"/>
          <ac:spMkLst>
            <pc:docMk/>
            <pc:sldMk cId="1072930330" sldId="268"/>
            <ac:spMk id="35" creationId="{29F468F6-A8AD-1822-11CE-02993BC60D46}"/>
          </ac:spMkLst>
        </pc:spChg>
        <pc:spChg chg="add mod">
          <ac:chgData name="Natalie Loui" userId="44e00b98-aa93-48a3-99fc-a4889e00c748" providerId="ADAL" clId="{D486E235-185D-568E-B5C4-A8614F563949}" dt="2026-08-24T14:59:02.601" v="1631" actId="14100"/>
          <ac:spMkLst>
            <pc:docMk/>
            <pc:sldMk cId="1072930330" sldId="268"/>
            <ac:spMk id="37" creationId="{C34245CA-5EE7-DF3E-D279-12F64A7C902F}"/>
          </ac:spMkLst>
        </pc:spChg>
        <pc:spChg chg="add del mod">
          <ac:chgData name="Natalie Loui" userId="44e00b98-aa93-48a3-99fc-a4889e00c748" providerId="ADAL" clId="{D486E235-185D-568E-B5C4-A8614F563949}" dt="2026-08-24T14:18:23.295" v="1528" actId="478"/>
          <ac:spMkLst>
            <pc:docMk/>
            <pc:sldMk cId="1072930330" sldId="268"/>
            <ac:spMk id="38" creationId="{AF3B1672-665C-0B78-9EC8-86E4943710E0}"/>
          </ac:spMkLst>
        </pc:spChg>
        <pc:spChg chg="mod">
          <ac:chgData name="Natalie Loui" userId="44e00b98-aa93-48a3-99fc-a4889e00c748" providerId="ADAL" clId="{D486E235-185D-568E-B5C4-A8614F563949}" dt="2026-08-23T20:16:42.493" v="1452" actId="1076"/>
          <ac:spMkLst>
            <pc:docMk/>
            <pc:sldMk cId="1072930330" sldId="268"/>
            <ac:spMk id="42" creationId="{BB107BDD-5BB0-F067-AF24-FBDE006ACC20}"/>
          </ac:spMkLst>
        </pc:spChg>
        <pc:spChg chg="del">
          <ac:chgData name="Natalie Loui" userId="44e00b98-aa93-48a3-99fc-a4889e00c748" providerId="ADAL" clId="{D486E235-185D-568E-B5C4-A8614F563949}" dt="2026-08-24T14:30:22.859" v="1615" actId="478"/>
          <ac:spMkLst>
            <pc:docMk/>
            <pc:sldMk cId="1072930330" sldId="268"/>
            <ac:spMk id="45" creationId="{ED1E3993-AB55-E8F0-E226-AFDCEB98BE56}"/>
          </ac:spMkLst>
        </pc:spChg>
        <pc:spChg chg="mod">
          <ac:chgData name="Natalie Loui" userId="44e00b98-aa93-48a3-99fc-a4889e00c748" providerId="ADAL" clId="{D486E235-185D-568E-B5C4-A8614F563949}" dt="2026-08-24T15:07:18.616" v="1875" actId="1076"/>
          <ac:spMkLst>
            <pc:docMk/>
            <pc:sldMk cId="1072930330" sldId="268"/>
            <ac:spMk id="78" creationId="{9C88274E-CA57-5430-0A1E-74D8B6CA240F}"/>
          </ac:spMkLst>
        </pc:spChg>
        <pc:spChg chg="mod">
          <ac:chgData name="Natalie Loui" userId="44e00b98-aa93-48a3-99fc-a4889e00c748" providerId="ADAL" clId="{D486E235-185D-568E-B5C4-A8614F563949}" dt="2026-08-23T20:08:35.423" v="1390" actId="1076"/>
          <ac:spMkLst>
            <pc:docMk/>
            <pc:sldMk cId="1072930330" sldId="268"/>
            <ac:spMk id="79" creationId="{ABE38797-3F3C-BDD5-173E-6ABD2B935D00}"/>
          </ac:spMkLst>
        </pc:spChg>
        <pc:spChg chg="mod">
          <ac:chgData name="Natalie Loui" userId="44e00b98-aa93-48a3-99fc-a4889e00c748" providerId="ADAL" clId="{D486E235-185D-568E-B5C4-A8614F563949}" dt="2026-08-23T20:08:44.490" v="1392" actId="14100"/>
          <ac:spMkLst>
            <pc:docMk/>
            <pc:sldMk cId="1072930330" sldId="268"/>
            <ac:spMk id="82" creationId="{5EAA79B9-43D1-5044-CD03-4ECE0E14A1C1}"/>
          </ac:spMkLst>
        </pc:spChg>
        <pc:spChg chg="mod">
          <ac:chgData name="Natalie Loui" userId="44e00b98-aa93-48a3-99fc-a4889e00c748" providerId="ADAL" clId="{D486E235-185D-568E-B5C4-A8614F563949}" dt="2026-08-24T14:18:37.678" v="1531" actId="1076"/>
          <ac:spMkLst>
            <pc:docMk/>
            <pc:sldMk cId="1072930330" sldId="268"/>
            <ac:spMk id="149" creationId="{ECFEF86F-1093-3F01-845B-6131A7E1A136}"/>
          </ac:spMkLst>
        </pc:spChg>
        <pc:grpChg chg="mod">
          <ac:chgData name="Natalie Loui" userId="44e00b98-aa93-48a3-99fc-a4889e00c748" providerId="ADAL" clId="{D486E235-185D-568E-B5C4-A8614F563949}" dt="2026-08-24T15:07:13.171" v="1873" actId="1076"/>
          <ac:grpSpMkLst>
            <pc:docMk/>
            <pc:sldMk cId="1072930330" sldId="268"/>
            <ac:grpSpMk id="12" creationId="{FCBD3F4C-A90F-973D-8D75-C40D080AD80C}"/>
          </ac:grpSpMkLst>
        </pc:grpChg>
        <pc:grpChg chg="mod">
          <ac:chgData name="Natalie Loui" userId="44e00b98-aa93-48a3-99fc-a4889e00c748" providerId="ADAL" clId="{D486E235-185D-568E-B5C4-A8614F563949}" dt="2026-08-25T15:57:18.377" v="1898" actId="1035"/>
          <ac:grpSpMkLst>
            <pc:docMk/>
            <pc:sldMk cId="1072930330" sldId="268"/>
            <ac:grpSpMk id="62" creationId="{FCDB94DC-6EF0-2F59-FB5A-D37D171F541B}"/>
          </ac:grpSpMkLst>
        </pc:grpChg>
        <pc:grpChg chg="mod">
          <ac:chgData name="Natalie Loui" userId="44e00b98-aa93-48a3-99fc-a4889e00c748" providerId="ADAL" clId="{D486E235-185D-568E-B5C4-A8614F563949}" dt="2026-08-24T14:18:52.041" v="1535" actId="1076"/>
          <ac:grpSpMkLst>
            <pc:docMk/>
            <pc:sldMk cId="1072930330" sldId="268"/>
            <ac:grpSpMk id="144" creationId="{BCDD05E4-0F35-283B-EA64-FE53278F0F0E}"/>
          </ac:grpSpMkLst>
        </pc:grpChg>
        <pc:picChg chg="add mod">
          <ac:chgData name="Natalie Loui" userId="44e00b98-aa93-48a3-99fc-a4889e00c748" providerId="ADAL" clId="{D486E235-185D-568E-B5C4-A8614F563949}" dt="2026-08-24T15:04:53.557" v="1840" actId="1036"/>
          <ac:picMkLst>
            <pc:docMk/>
            <pc:sldMk cId="1072930330" sldId="268"/>
            <ac:picMk id="19" creationId="{3502D71A-9D83-F712-7322-DAFBCE3DD85C}"/>
          </ac:picMkLst>
        </pc:picChg>
        <pc:picChg chg="add mod">
          <ac:chgData name="Natalie Loui" userId="44e00b98-aa93-48a3-99fc-a4889e00c748" providerId="ADAL" clId="{D486E235-185D-568E-B5C4-A8614F563949}" dt="2026-08-25T17:51:11.096" v="1909" actId="14100"/>
          <ac:picMkLst>
            <pc:docMk/>
            <pc:sldMk cId="1072930330" sldId="268"/>
            <ac:picMk id="27" creationId="{A7650FFA-4848-8717-5250-12B7CB287278}"/>
          </ac:picMkLst>
        </pc:picChg>
        <pc:picChg chg="add mod">
          <ac:chgData name="Natalie Loui" userId="44e00b98-aa93-48a3-99fc-a4889e00c748" providerId="ADAL" clId="{D486E235-185D-568E-B5C4-A8614F563949}" dt="2026-08-25T17:51:15.699" v="1918" actId="1035"/>
          <ac:picMkLst>
            <pc:docMk/>
            <pc:sldMk cId="1072930330" sldId="268"/>
            <ac:picMk id="28" creationId="{332E2D67-5560-4CB2-B937-CFB8A40A2940}"/>
          </ac:picMkLst>
        </pc:picChg>
        <pc:picChg chg="add mod">
          <ac:chgData name="Natalie Loui" userId="44e00b98-aa93-48a3-99fc-a4889e00c748" providerId="ADAL" clId="{D486E235-185D-568E-B5C4-A8614F563949}" dt="2026-08-24T15:06:45.945" v="1868" actId="1035"/>
          <ac:picMkLst>
            <pc:docMk/>
            <pc:sldMk cId="1072930330" sldId="268"/>
            <ac:picMk id="30" creationId="{DDE7558C-C5E4-30E7-C76C-A340B9B26FCE}"/>
          </ac:picMkLst>
        </pc:picChg>
        <pc:picChg chg="add mod">
          <ac:chgData name="Natalie Loui" userId="44e00b98-aa93-48a3-99fc-a4889e00c748" providerId="ADAL" clId="{D486E235-185D-568E-B5C4-A8614F563949}" dt="2026-08-24T15:06:45.945" v="1868" actId="1035"/>
          <ac:picMkLst>
            <pc:docMk/>
            <pc:sldMk cId="1072930330" sldId="268"/>
            <ac:picMk id="31" creationId="{58D1D387-2F23-1700-1889-7D60EFB6707F}"/>
          </ac:picMkLst>
        </pc:picChg>
        <pc:picChg chg="add mod">
          <ac:chgData name="Natalie Loui" userId="44e00b98-aa93-48a3-99fc-a4889e00c748" providerId="ADAL" clId="{D486E235-185D-568E-B5C4-A8614F563949}" dt="2026-08-24T15:06:45.945" v="1868" actId="1035"/>
          <ac:picMkLst>
            <pc:docMk/>
            <pc:sldMk cId="1072930330" sldId="268"/>
            <ac:picMk id="32" creationId="{FA7C0784-F097-7724-EB1C-26C872AE1305}"/>
          </ac:picMkLst>
        </pc:picChg>
        <pc:picChg chg="add mod">
          <ac:chgData name="Natalie Loui" userId="44e00b98-aa93-48a3-99fc-a4889e00c748" providerId="ADAL" clId="{D486E235-185D-568E-B5C4-A8614F563949}" dt="2026-08-24T15:06:45.945" v="1868" actId="1035"/>
          <ac:picMkLst>
            <pc:docMk/>
            <pc:sldMk cId="1072930330" sldId="268"/>
            <ac:picMk id="33" creationId="{E6C6D5EE-9A70-642E-1944-8AA45ACCF2C1}"/>
          </ac:picMkLst>
        </pc:picChg>
        <pc:picChg chg="add mod">
          <ac:chgData name="Natalie Loui" userId="44e00b98-aa93-48a3-99fc-a4889e00c748" providerId="ADAL" clId="{D486E235-185D-568E-B5C4-A8614F563949}" dt="2026-08-24T15:06:45.945" v="1868" actId="1035"/>
          <ac:picMkLst>
            <pc:docMk/>
            <pc:sldMk cId="1072930330" sldId="268"/>
            <ac:picMk id="36" creationId="{2DE38E7F-19ED-24B2-047A-C5529B45064F}"/>
          </ac:picMkLst>
        </pc:picChg>
        <pc:picChg chg="mod">
          <ac:chgData name="Natalie Loui" userId="44e00b98-aa93-48a3-99fc-a4889e00c748" providerId="ADAL" clId="{D486E235-185D-568E-B5C4-A8614F563949}" dt="2026-08-24T15:08:50.888" v="1885" actId="1076"/>
          <ac:picMkLst>
            <pc:docMk/>
            <pc:sldMk cId="1072930330" sldId="268"/>
            <ac:picMk id="54" creationId="{F8C52A27-86BD-62F3-E424-E3BC93274C51}"/>
          </ac:picMkLst>
        </pc:picChg>
        <pc:picChg chg="mod">
          <ac:chgData name="Natalie Loui" userId="44e00b98-aa93-48a3-99fc-a4889e00c748" providerId="ADAL" clId="{D486E235-185D-568E-B5C4-A8614F563949}" dt="2026-08-23T20:11:42.756" v="1401" actId="1076"/>
          <ac:picMkLst>
            <pc:docMk/>
            <pc:sldMk cId="1072930330" sldId="268"/>
            <ac:picMk id="81" creationId="{3FC329EE-0D03-8662-4034-F95BF0B74ADF}"/>
          </ac:picMkLst>
        </pc:picChg>
        <pc:picChg chg="mod modCrop">
          <ac:chgData name="Natalie Loui" userId="44e00b98-aa93-48a3-99fc-a4889e00c748" providerId="ADAL" clId="{D486E235-185D-568E-B5C4-A8614F563949}" dt="2026-08-24T14:59:54.351" v="1657" actId="1076"/>
          <ac:picMkLst>
            <pc:docMk/>
            <pc:sldMk cId="1072930330" sldId="268"/>
            <ac:picMk id="83" creationId="{553F144D-4976-2C79-06F3-7E5DA9E447F8}"/>
          </ac:picMkLst>
        </pc:picChg>
        <pc:picChg chg="mod">
          <ac:chgData name="Natalie Loui" userId="44e00b98-aa93-48a3-99fc-a4889e00c748" providerId="ADAL" clId="{D486E235-185D-568E-B5C4-A8614F563949}" dt="2026-08-24T15:23:07.669" v="1886" actId="1036"/>
          <ac:picMkLst>
            <pc:docMk/>
            <pc:sldMk cId="1072930330" sldId="268"/>
            <ac:picMk id="130" creationId="{BDBAD3D4-D2DA-63F5-3EBA-E3DCA804B269}"/>
          </ac:picMkLst>
        </pc:picChg>
        <pc:picChg chg="mod">
          <ac:chgData name="Natalie Loui" userId="44e00b98-aa93-48a3-99fc-a4889e00c748" providerId="ADAL" clId="{D486E235-185D-568E-B5C4-A8614F563949}" dt="2026-08-24T15:07:26.554" v="1877" actId="1076"/>
          <ac:picMkLst>
            <pc:docMk/>
            <pc:sldMk cId="1072930330" sldId="268"/>
            <ac:picMk id="143" creationId="{56F97981-AE22-1ED3-AFFD-70BC2BA0928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7941925" y="0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47639288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7941925" y="47639288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fld id="{440C443C-8022-4F5D-8F2E-5133654FC91D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792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7941925" y="0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78200" y="3757613"/>
            <a:ext cx="24996775" cy="1874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137025" y="24004588"/>
            <a:ext cx="23456900" cy="2251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47639288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7941925" y="47639288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fld id="{42207482-9F38-4AF6-9B91-768DCEDA59A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0799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8FEF4-B256-362B-666F-4F9280D9D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12753E85-9D33-B297-8D1A-509647E53E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defPPr>
              <a:defRPr kern="1200"/>
            </a:defPPr>
            <a:lvl1pPr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42B0325-ACC9-488E-8876-C4E9E3B68AD8}" type="slidenum">
              <a:rPr lang="en-AU" sz="6000" smtClean="0"/>
              <a:t>1</a:t>
            </a:fld>
            <a:endParaRPr lang="en-AU" sz="60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C68AE049-2E72-0107-E17C-88E75B7A5F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78200" y="3757613"/>
            <a:ext cx="24996775" cy="18748375"/>
          </a:xfrm>
        </p:spPr>
        <p:txBody>
          <a:bodyPr/>
          <a:lstStyle/>
          <a:p>
            <a:endParaRPr lang="en-US"/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FD959C1F-9175-18AD-D993-7AEA66A767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78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3B402-6AE8-D058-5E61-FBAEEA110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5387342"/>
            <a:ext cx="32918400" cy="1146048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27A3F9-7AE5-D0DB-2317-24A16181A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3F7B2-8D66-AFD3-3C24-4F966C857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7320A-14B4-A052-0426-E8526A4E7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CB5C-0896-6E78-39B8-1B0044257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6E67-F948-4693-96A5-27BC239C04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845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97DF1-A1F0-7ADD-6EDB-CD6894B97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06C12-31FD-8405-5D87-CC3DFE4B9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F15C7-392B-70A3-C1AA-DCD2E3D13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CA4AA-C74E-54AD-12F8-ABD12A0C3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44B26-F995-50F1-EC04-D2933D02F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C1B4D6-BEE2-4AF6-A92E-38CD68913D5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116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A112-81AF-7199-B652-412D2E9B5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60" y="8206745"/>
            <a:ext cx="37856160" cy="13693138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53473-BA39-97F1-EB3D-1060F3634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4660" y="22029425"/>
            <a:ext cx="3785616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D21B2-0540-63C5-5BDA-DD47BE2A0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56CB9-8139-F4B8-39B2-D050B2B07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17449-CF2D-EAA9-2231-34540FE78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650354-6837-43DB-843B-C6021BD2EF3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50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532F5-CFAD-6465-8838-DD4F55184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34BA6-D9DF-AFD6-2AAC-3439E13E0B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7067C-7913-2D62-49AF-FA9396A6C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2F3EF-F7D5-7564-816D-AED9C4008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26AB2-CE7B-FE30-A105-A7D09418E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22BBE-7719-90C6-8138-490BCD31B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96FF25-ADB1-4315-9622-9852994CD1E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72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ED911-63A6-B72A-E4A7-6D778A43B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1752603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E4ED8-3262-F56C-E547-AF3AB106F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23239" y="8069582"/>
            <a:ext cx="18568033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E6AE5-2A17-2082-AC8C-6A29B4183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23239" y="12024360"/>
            <a:ext cx="18568033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787371-A23C-D9B4-FB50-B851D38CB1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8069582"/>
            <a:ext cx="18659477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2B8333-D070-0DB2-6EAE-402CCB6F93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E06EC4-C7B4-5BFB-74C1-26A911477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128D0D-00D1-5A05-4304-004642E7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0AD92D-09C9-B3AF-F6F0-D8B758457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EF82B1-171C-4CAC-B9C4-22062286C8C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97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F53EC-5C03-B7A3-6D8B-FFFE1565D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EF5F33-5168-947B-09DE-080CFC32A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D79C38-C28B-2447-865C-8295CCC87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8D2DA-6CCC-5528-AC0D-15AE4E237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8F620B-8934-45A0-BE2C-EF6C76032C4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367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4C9788-157B-1E57-E118-FE5E53707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5811C-4370-B020-491A-17EEC9C45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8ED1B-B381-2C85-8CF1-E95A7C9DE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ECE3F5-A3DD-46D3-8112-19EE7FD1DDF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58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61DB9-8BF0-29C5-172F-B684D063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9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9AD62-537C-20E8-0771-9914DD33A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82F8C-7D34-85AF-22EA-02054686E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39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1E869-9B81-9B30-95C4-72BE9A596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B5F37-98F1-DB52-9640-20FB9CDC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8A127-870D-37F3-609C-1FB97A53D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91E56-DA67-4BF5-BA67-706F30B370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19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8D0D5-FD54-6E83-F610-40D36FF84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9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BCEE07-0608-B97C-89B0-00EB5DFC4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DD45F-06DD-0C0A-42C2-6E7A1E895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39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301AB-9FEA-AB1C-4806-09819916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21121-F6E3-95D5-53D3-282193A56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E985D-1174-7AC1-1DE7-98AE9615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F51DAE-E528-43E1-8BE0-91521416EFB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85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2B3BA-C494-DDDE-9130-3F47CBDF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D92C19-C216-FD17-FF90-7EDDAAFD4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2AD6A-E51D-7771-1D7C-8D93FBF85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46CFE-4F75-FDE5-C0A9-5B8337FB1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344FC-6411-F49C-CA13-8D1FE200F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A27A25-0059-41B6-A6E5-54D93C10805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29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D1D90E-A268-D32D-5843-9FAAA74F90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1409640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11CAE-76DB-F34B-C1A1-EAC650A18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7520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54845-9CAF-31B5-29B7-106DB45A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ABDC7-68AB-92FA-DBA7-3892D12F4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0493F-DD52-9CEA-7317-E3C46DEA2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3B26BC-A2E6-4CDA-9F76-12293F2660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3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39388-3E21-2DC0-770A-7B7E3F290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F5612-70E0-17B6-DD92-676C4E170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AB2C1-E745-3F57-78D0-F88828B11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0435E-2123-8D6B-A063-844DAFABB9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62880-4644-9904-B9B6-B823C29EE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469A0CB4-D18D-4AEF-B324-9EDF067D136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4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emf"/><Relationship Id="rId18" Type="http://schemas.openxmlformats.org/officeDocument/2006/relationships/image" Target="../media/image15.png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8.png"/><Relationship Id="rId7" Type="http://schemas.openxmlformats.org/officeDocument/2006/relationships/image" Target="../media/image4.emf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tags" Target="../tags/tag2.xml"/><Relationship Id="rId6" Type="http://schemas.openxmlformats.org/officeDocument/2006/relationships/image" Target="../media/image3.emf"/><Relationship Id="rId11" Type="http://schemas.openxmlformats.org/officeDocument/2006/relationships/image" Target="../media/image8.jpe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1.png"/><Relationship Id="rId9" Type="http://schemas.openxmlformats.org/officeDocument/2006/relationships/image" Target="../media/image6.svg"/><Relationship Id="rId14" Type="http://schemas.openxmlformats.org/officeDocument/2006/relationships/image" Target="../media/image11.emf"/><Relationship Id="rId2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EE6C5-3CD9-BD53-7E18-FD638F932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C34245CA-5EE7-DF3E-D279-12F64A7C902F}"/>
              </a:ext>
            </a:extLst>
          </p:cNvPr>
          <p:cNvSpPr/>
          <p:nvPr/>
        </p:nvSpPr>
        <p:spPr>
          <a:xfrm>
            <a:off x="31670321" y="27238501"/>
            <a:ext cx="12015200" cy="5284554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BF332-B494-83E4-E178-882623CE3290}"/>
              </a:ext>
            </a:extLst>
          </p:cNvPr>
          <p:cNvSpPr/>
          <p:nvPr/>
        </p:nvSpPr>
        <p:spPr>
          <a:xfrm>
            <a:off x="31670321" y="6638616"/>
            <a:ext cx="12015200" cy="19394341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EAA79B9-43D1-5044-CD03-4ECE0E14A1C1}"/>
              </a:ext>
            </a:extLst>
          </p:cNvPr>
          <p:cNvSpPr/>
          <p:nvPr/>
        </p:nvSpPr>
        <p:spPr>
          <a:xfrm>
            <a:off x="14173198" y="6638617"/>
            <a:ext cx="17373602" cy="835117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C88274E-CA57-5430-0A1E-74D8B6CA240F}"/>
              </a:ext>
            </a:extLst>
          </p:cNvPr>
          <p:cNvSpPr/>
          <p:nvPr/>
        </p:nvSpPr>
        <p:spPr>
          <a:xfrm>
            <a:off x="14173197" y="15123327"/>
            <a:ext cx="17373603" cy="17414073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D3E950A-36D1-149B-074C-99FBEC775EAD}"/>
              </a:ext>
            </a:extLst>
          </p:cNvPr>
          <p:cNvSpPr/>
          <p:nvPr/>
        </p:nvSpPr>
        <p:spPr>
          <a:xfrm>
            <a:off x="157944" y="6626952"/>
            <a:ext cx="13756101" cy="25910448"/>
          </a:xfrm>
          <a:prstGeom prst="rect">
            <a:avLst/>
          </a:prstGeom>
          <a:solidFill>
            <a:srgbClr val="FCFCF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1E4A8338-93E1-6DF5-8F33-E21504615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789" y="5679899"/>
            <a:ext cx="13731730" cy="841248"/>
          </a:xfrm>
          <a:prstGeom prst="rect">
            <a:avLst/>
          </a:prstGeom>
          <a:solidFill>
            <a:srgbClr val="00662C"/>
          </a:solidFill>
          <a:ln w="12700">
            <a:solidFill>
              <a:schemeClr val="accent1">
                <a:shade val="15000"/>
              </a:schemeClr>
            </a:solidFill>
            <a:miter lim="800000"/>
          </a:ln>
        </p:spPr>
        <p:txBody>
          <a:bodyPr wrap="none" lIns="137126" tIns="73152" rIns="137126" bIns="68563" anchor="ctr" anchorCtr="0"/>
          <a:lstStyle>
            <a:defPPr>
              <a:defRPr kern="1200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latin typeface="+mj-lt"/>
              </a:rPr>
              <a:t>Introduction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24B332DD-3EB0-CA70-5A6F-A45F5DA31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3200" y="5679899"/>
            <a:ext cx="29560056" cy="841248"/>
          </a:xfrm>
          <a:prstGeom prst="rect">
            <a:avLst/>
          </a:prstGeom>
          <a:solidFill>
            <a:srgbClr val="00662C"/>
          </a:solidFill>
          <a:ln w="12700">
            <a:solidFill>
              <a:schemeClr val="accent1">
                <a:shade val="15000"/>
              </a:schemeClr>
            </a:solidFill>
            <a:miter lim="800000"/>
          </a:ln>
        </p:spPr>
        <p:txBody>
          <a:bodyPr wrap="none" lIns="137126" tIns="73152" rIns="137126" bIns="68563" anchor="ctr" anchorCtr="0"/>
          <a:lstStyle>
            <a:defPPr>
              <a:defRPr kern="1200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latin typeface="+mj-lt"/>
              </a:rPr>
              <a:t>Results</a:t>
            </a:r>
          </a:p>
        </p:txBody>
      </p:sp>
      <p:sp>
        <p:nvSpPr>
          <p:cNvPr id="41" name="Title 11">
            <a:extLst>
              <a:ext uri="{FF2B5EF4-FFF2-40B4-BE49-F238E27FC236}">
                <a16:creationId xmlns:a16="http://schemas.microsoft.com/office/drawing/2014/main" id="{80603E03-3AFD-90FF-D18E-3432E62008F2}"/>
              </a:ext>
            </a:extLst>
          </p:cNvPr>
          <p:cNvSpPr txBox="1"/>
          <p:nvPr/>
        </p:nvSpPr>
        <p:spPr>
          <a:xfrm>
            <a:off x="4800600" y="381000"/>
            <a:ext cx="33712176" cy="2746935"/>
          </a:xfrm>
          <a:prstGeom prst="rect">
            <a:avLst/>
          </a:prstGeom>
        </p:spPr>
        <p:txBody>
          <a:bodyPr lIns="128016" tIns="64008" rIns="128016" bIns="64008"/>
          <a:lstStyle>
            <a:defPPr>
              <a:defRPr kern="1200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dirty="0"/>
              <a:t>Dissecting the Dynamic Binding Mechanism of a Small Molecule to the Disordered Androgen Receptor Activation Domain</a:t>
            </a:r>
            <a:endParaRPr lang="en-US" sz="8800" b="1" dirty="0">
              <a:solidFill>
                <a:srgbClr val="235078"/>
              </a:solidFill>
              <a:latin typeface="Libre Baskerville" panose="02000000000000000000" pitchFamily="2" charset="0"/>
            </a:endParaRP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BB107BDD-5BB0-F067-AF24-FBDE006ACC20}"/>
              </a:ext>
            </a:extLst>
          </p:cNvPr>
          <p:cNvSpPr txBox="1"/>
          <p:nvPr/>
        </p:nvSpPr>
        <p:spPr>
          <a:xfrm>
            <a:off x="3657600" y="3385030"/>
            <a:ext cx="36576000" cy="2025170"/>
          </a:xfrm>
          <a:prstGeom prst="rect">
            <a:avLst/>
          </a:prstGeom>
        </p:spPr>
        <p:txBody>
          <a:bodyPr wrap="square" lIns="128016" tIns="64008" rIns="128016" bIns="64008">
            <a:spAutoFit/>
          </a:bodyPr>
          <a:lstStyle>
            <a:defPPr>
              <a:defRPr kern="1200"/>
            </a:defPPr>
            <a:lvl1pPr marL="0" indent="0" algn="l" defTabSz="4389028" rtl="0" eaLnBrk="1" latinLnBrk="0" hangingPunct="1">
              <a:spcBef>
                <a:spcPct val="20000"/>
              </a:spcBef>
              <a:buFont typeface="Arial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86" indent="-1371572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286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800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314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82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34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857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371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600" dirty="0">
                <a:latin typeface="+mj-lt"/>
              </a:rPr>
              <a:t>Natalie Loui, Korey Reid, Vaishnavi Katragadda, Michelle Garcia, Maria Pelligrini, Paul Robustelli</a:t>
            </a:r>
          </a:p>
          <a:p>
            <a:pPr algn="ctr"/>
            <a:r>
              <a:rPr lang="en-US" sz="5600" dirty="0">
                <a:latin typeface="+mj-lt"/>
              </a:rPr>
              <a:t>Dartmouth College, Department of Chemistry</a:t>
            </a:r>
          </a:p>
        </p:txBody>
      </p:sp>
      <p:pic>
        <p:nvPicPr>
          <p:cNvPr id="3" name="Picture 2" descr="A green and black logo&#10;&#10;AI-generated content may be incorrect.">
            <a:extLst>
              <a:ext uri="{FF2B5EF4-FFF2-40B4-BE49-F238E27FC236}">
                <a16:creationId xmlns:a16="http://schemas.microsoft.com/office/drawing/2014/main" id="{27285D25-B4DC-3BAD-C19D-64F225666A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91" y="1016578"/>
            <a:ext cx="5029200" cy="4045894"/>
          </a:xfrm>
          <a:prstGeom prst="rect">
            <a:avLst/>
          </a:prstGeom>
        </p:spPr>
      </p:pic>
      <p:pic>
        <p:nvPicPr>
          <p:cNvPr id="22" name="Picture 2" descr="NIH Early Career Resources | Proposal Development Services">
            <a:extLst>
              <a:ext uri="{FF2B5EF4-FFF2-40B4-BE49-F238E27FC236}">
                <a16:creationId xmlns:a16="http://schemas.microsoft.com/office/drawing/2014/main" id="{6C28E612-AA36-04AF-6A6B-F06963DF9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76" y="1330919"/>
            <a:ext cx="3625824" cy="31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AA61BC7-28C5-15B0-DB6A-5BBDBA58250A}"/>
              </a:ext>
            </a:extLst>
          </p:cNvPr>
          <p:cNvSpPr txBox="1"/>
          <p:nvPr/>
        </p:nvSpPr>
        <p:spPr>
          <a:xfrm>
            <a:off x="39163210" y="551908"/>
            <a:ext cx="21407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Funding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3FC329EE-0D03-8662-4034-F95BF0B74AD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712"/>
          <a:stretch>
            <a:fillRect/>
          </a:stretch>
        </p:blipFill>
        <p:spPr>
          <a:xfrm>
            <a:off x="5320219" y="17481032"/>
            <a:ext cx="9305672" cy="4518178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4DB84F9-4CD2-CA0E-9413-09BB787EB340}"/>
              </a:ext>
            </a:extLst>
          </p:cNvPr>
          <p:cNvSpPr txBox="1"/>
          <p:nvPr/>
        </p:nvSpPr>
        <p:spPr>
          <a:xfrm>
            <a:off x="209546" y="12115800"/>
            <a:ext cx="1338894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/>
              <a:t>Castration-resistant prostate cancer (CRPC) affects ~30% of patients who do not respond to current ligand-binding domain (LBD) therapies; AR splice variants like AR-V7 retain the intrinsically disordered N-terminal domain (NTD) and drive transcriptional activity.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/>
              <a:t>EPI-002 (</a:t>
            </a:r>
            <a:r>
              <a:rPr lang="en-US" altLang="en-US" sz="3200" dirty="0" err="1"/>
              <a:t>Ralaniten</a:t>
            </a:r>
            <a:r>
              <a:rPr lang="en-US" altLang="en-US" sz="3200" dirty="0"/>
              <a:t>) was designed to target the disordered NTD and entered Phase 1 clinical trials in 2015 but failed due to insufficient potency.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4C73C93-32DC-94C7-F19F-2EE6E5E2FCF3}"/>
              </a:ext>
            </a:extLst>
          </p:cNvPr>
          <p:cNvGrpSpPr/>
          <p:nvPr/>
        </p:nvGrpSpPr>
        <p:grpSpPr>
          <a:xfrm>
            <a:off x="869790" y="17932643"/>
            <a:ext cx="5621893" cy="2116420"/>
            <a:chOff x="914454" y="5462105"/>
            <a:chExt cx="2861438" cy="1077218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77516A0-4433-68CE-62D5-47052EDDDDE3}"/>
                </a:ext>
              </a:extLst>
            </p:cNvPr>
            <p:cNvSpPr txBox="1"/>
            <p:nvPr/>
          </p:nvSpPr>
          <p:spPr>
            <a:xfrm>
              <a:off x="1862334" y="5462105"/>
              <a:ext cx="96567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rgbClr val="0070C0"/>
                  </a:solidFill>
                </a:rPr>
                <a:t>EPI-001</a:t>
              </a: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0993B007-46AB-C535-069C-B779DEA08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4454" y="5783722"/>
              <a:ext cx="2861438" cy="735283"/>
            </a:xfrm>
            <a:prstGeom prst="rect">
              <a:avLst/>
            </a:prstGeom>
          </p:spPr>
        </p:pic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655A29E7-07CF-9F9D-6537-DB9491D44960}"/>
              </a:ext>
            </a:extLst>
          </p:cNvPr>
          <p:cNvSpPr txBox="1"/>
          <p:nvPr/>
        </p:nvSpPr>
        <p:spPr>
          <a:xfrm>
            <a:off x="1032988" y="20136380"/>
            <a:ext cx="645468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Simulated Bound Fraction: 53 ± 3 %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81E9165-F484-08DB-B890-11AB4F99D738}"/>
              </a:ext>
            </a:extLst>
          </p:cNvPr>
          <p:cNvSpPr txBox="1"/>
          <p:nvPr/>
        </p:nvSpPr>
        <p:spPr>
          <a:xfrm>
            <a:off x="199079" y="15849600"/>
            <a:ext cx="1369059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i="0" dirty="0">
                <a:solidFill>
                  <a:srgbClr val="151515"/>
                </a:solidFill>
                <a:effectLst/>
                <a:latin typeface="Aptos" panose="020B0004020202020204" pitchFamily="34" charset="0"/>
              </a:rPr>
              <a:t>Tau-5 + EPI-002 Conformational Ensembles </a:t>
            </a:r>
          </a:p>
          <a:p>
            <a:pPr algn="ctr"/>
            <a:r>
              <a:rPr lang="en-US" sz="4400" b="1" i="0" dirty="0">
                <a:solidFill>
                  <a:srgbClr val="151515"/>
                </a:solidFill>
                <a:effectLst/>
                <a:latin typeface="Aptos" panose="020B0004020202020204" pitchFamily="34" charset="0"/>
              </a:rPr>
              <a:t>Generated from MD Simulation</a:t>
            </a:r>
            <a:endParaRPr lang="en-US" sz="4400" b="1" dirty="0">
              <a:latin typeface="Aptos" panose="020B0004020202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BE38797-3F3C-BDD5-173E-6ABD2B935D00}"/>
              </a:ext>
            </a:extLst>
          </p:cNvPr>
          <p:cNvSpPr txBox="1"/>
          <p:nvPr/>
        </p:nvSpPr>
        <p:spPr>
          <a:xfrm>
            <a:off x="14602056" y="15296712"/>
            <a:ext cx="1651588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Chemical Shift Perturbations from 3D NMR Backbone Assignment Indicate Local Ensemble Properties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CBD3F4C-A90F-973D-8D75-C40D080AD80C}"/>
              </a:ext>
            </a:extLst>
          </p:cNvPr>
          <p:cNvGrpSpPr/>
          <p:nvPr/>
        </p:nvGrpSpPr>
        <p:grpSpPr>
          <a:xfrm>
            <a:off x="22456204" y="17084196"/>
            <a:ext cx="9164186" cy="7285550"/>
            <a:chOff x="5868993" y="1767695"/>
            <a:chExt cx="6278156" cy="44320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C7EDBA-ED31-8A07-1BE5-C778D0F42921}"/>
                </a:ext>
              </a:extLst>
            </p:cNvPr>
            <p:cNvSpPr/>
            <p:nvPr/>
          </p:nvSpPr>
          <p:spPr>
            <a:xfrm>
              <a:off x="7397699" y="1925951"/>
              <a:ext cx="1286611" cy="3646174"/>
            </a:xfrm>
            <a:prstGeom prst="rect">
              <a:avLst/>
            </a:prstGeom>
            <a:solidFill>
              <a:srgbClr val="CDE6CC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R1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CABEB18-1078-0988-B014-313516577923}"/>
                </a:ext>
              </a:extLst>
            </p:cNvPr>
            <p:cNvSpPr/>
            <p:nvPr/>
          </p:nvSpPr>
          <p:spPr>
            <a:xfrm>
              <a:off x="10922929" y="1925951"/>
              <a:ext cx="834073" cy="3646174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R3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D274D4D-5195-76AC-0421-2770E0C8F903}"/>
                </a:ext>
              </a:extLst>
            </p:cNvPr>
            <p:cNvSpPr/>
            <p:nvPr/>
          </p:nvSpPr>
          <p:spPr>
            <a:xfrm>
              <a:off x="9385658" y="1925951"/>
              <a:ext cx="835924" cy="3646174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R2</a:t>
              </a:r>
            </a:p>
          </p:txBody>
        </p:sp>
        <p:pic>
          <p:nvPicPr>
            <p:cNvPr id="16" name="Picture 15" descr="A graph with blue lines&#10;&#10;Description automatically generated">
              <a:extLst>
                <a:ext uri="{FF2B5EF4-FFF2-40B4-BE49-F238E27FC236}">
                  <a16:creationId xmlns:a16="http://schemas.microsoft.com/office/drawing/2014/main" id="{0881204D-CF41-BBAE-A41E-8D28E354D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868993" y="1767695"/>
              <a:ext cx="6278156" cy="4432063"/>
            </a:xfrm>
            <a:prstGeom prst="rect">
              <a:avLst/>
            </a:prstGeom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3C1D588C-5761-CD11-59BE-A6E6A7DC64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-187096" y="7615357"/>
            <a:ext cx="14462939" cy="483332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3796EF0-F054-4E4F-6AFB-968B8833A3EE}"/>
              </a:ext>
            </a:extLst>
          </p:cNvPr>
          <p:cNvSpPr txBox="1"/>
          <p:nvPr/>
        </p:nvSpPr>
        <p:spPr>
          <a:xfrm>
            <a:off x="157944" y="6771125"/>
            <a:ext cx="135946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51515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Pathogenic Androgen Receptor Domain Organization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BB1BAC-F5F8-E53F-90B6-5BCE457C0E61}"/>
              </a:ext>
            </a:extLst>
          </p:cNvPr>
          <p:cNvSpPr txBox="1"/>
          <p:nvPr/>
        </p:nvSpPr>
        <p:spPr>
          <a:xfrm>
            <a:off x="328097" y="22026925"/>
            <a:ext cx="133889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/>
              <a:t>Simulations of the Tau-5 region reveal a heterogeneous conformational ensemble with transient helices and potential small-molecule binding sites.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F468F6-A8AD-1822-11CE-02993BC60D46}"/>
              </a:ext>
            </a:extLst>
          </p:cNvPr>
          <p:cNvSpPr txBox="1"/>
          <p:nvPr/>
        </p:nvSpPr>
        <p:spPr>
          <a:xfrm>
            <a:off x="199077" y="23969485"/>
            <a:ext cx="1369059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EPI-001 stabilizes oligomeric Tau-5* species and forms phase-separated condensates</a:t>
            </a:r>
            <a:endParaRPr lang="en-US" sz="4400" b="1" dirty="0">
              <a:latin typeface="Aptos" panose="020B0004020202020204" pitchFamily="34" charset="0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F8C52A27-86BD-62F3-E424-E3BC93274C5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30367"/>
          <a:stretch>
            <a:fillRect/>
          </a:stretch>
        </p:blipFill>
        <p:spPr>
          <a:xfrm>
            <a:off x="1823358" y="25658924"/>
            <a:ext cx="10263809" cy="6027241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FCDB94DC-6EF0-2F59-FB5A-D37D171F541B}"/>
              </a:ext>
            </a:extLst>
          </p:cNvPr>
          <p:cNvGrpSpPr/>
          <p:nvPr/>
        </p:nvGrpSpPr>
        <p:grpSpPr>
          <a:xfrm>
            <a:off x="14432021" y="9149297"/>
            <a:ext cx="9228802" cy="4109503"/>
            <a:chOff x="1155452" y="4476515"/>
            <a:chExt cx="5590206" cy="2489269"/>
          </a:xfrm>
        </p:grpSpPr>
        <p:pic>
          <p:nvPicPr>
            <p:cNvPr id="64" name="Main graphic">
              <a:extLst>
                <a:ext uri="{FF2B5EF4-FFF2-40B4-BE49-F238E27FC236}">
                  <a16:creationId xmlns:a16="http://schemas.microsoft.com/office/drawing/2014/main" id="{8FB3E936-3198-CBC0-8E6E-EDF1BCD007CD}"/>
                </a:ext>
              </a:extLst>
            </p:cNvPr>
            <p:cNvPicPr/>
            <p:nvPr/>
          </p:nvPicPr>
          <p:blipFill>
            <a:blip r:embed="rId11"/>
            <a:srcRect t="56570" r="58872"/>
            <a:stretch>
              <a:fillRect/>
            </a:stretch>
          </p:blipFill>
          <p:spPr>
            <a:xfrm>
              <a:off x="1155452" y="4476515"/>
              <a:ext cx="4909406" cy="242591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5" name="Main graphic">
              <a:extLst>
                <a:ext uri="{FF2B5EF4-FFF2-40B4-BE49-F238E27FC236}">
                  <a16:creationId xmlns:a16="http://schemas.microsoft.com/office/drawing/2014/main" id="{0C18DBFB-FF82-F69F-F1A8-771D2448F977}"/>
                </a:ext>
              </a:extLst>
            </p:cNvPr>
            <p:cNvPicPr/>
            <p:nvPr/>
          </p:nvPicPr>
          <p:blipFill>
            <a:blip r:embed="rId11"/>
            <a:srcRect l="94470" t="56570" r="-384" b="4914"/>
            <a:stretch>
              <a:fillRect/>
            </a:stretch>
          </p:blipFill>
          <p:spPr>
            <a:xfrm>
              <a:off x="6030849" y="4490629"/>
              <a:ext cx="688657" cy="2151425"/>
            </a:xfrm>
            <a:prstGeom prst="rect">
              <a:avLst/>
            </a:prstGeom>
            <a:ln>
              <a:noFill/>
            </a:ln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7A4DA24-8600-B3E8-C98E-C94E89B67D1E}"/>
                </a:ext>
              </a:extLst>
            </p:cNvPr>
            <p:cNvSpPr txBox="1"/>
            <p:nvPr/>
          </p:nvSpPr>
          <p:spPr>
            <a:xfrm>
              <a:off x="5881960" y="6549938"/>
              <a:ext cx="863698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/>
                <a:t>kcal/mol</a:t>
              </a:r>
            </a:p>
          </p:txBody>
        </p:sp>
        <p:pic>
          <p:nvPicPr>
            <p:cNvPr id="68" name="Main graphic">
              <a:extLst>
                <a:ext uri="{FF2B5EF4-FFF2-40B4-BE49-F238E27FC236}">
                  <a16:creationId xmlns:a16="http://schemas.microsoft.com/office/drawing/2014/main" id="{F2A33E94-64C6-079C-3D84-B6F9C9746702}"/>
                </a:ext>
              </a:extLst>
            </p:cNvPr>
            <p:cNvPicPr/>
            <p:nvPr/>
          </p:nvPicPr>
          <p:blipFill>
            <a:blip r:embed="rId11"/>
            <a:srcRect l="47810" t="97280" r="46492" b="-274"/>
            <a:stretch>
              <a:fillRect/>
            </a:stretch>
          </p:blipFill>
          <p:spPr>
            <a:xfrm>
              <a:off x="2560666" y="6796331"/>
              <a:ext cx="680225" cy="16726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9" name="Main graphic">
              <a:extLst>
                <a:ext uri="{FF2B5EF4-FFF2-40B4-BE49-F238E27FC236}">
                  <a16:creationId xmlns:a16="http://schemas.microsoft.com/office/drawing/2014/main" id="{50CA0C4F-6344-17DD-BD9F-A02AFF7F7379}"/>
                </a:ext>
              </a:extLst>
            </p:cNvPr>
            <p:cNvPicPr/>
            <p:nvPr/>
          </p:nvPicPr>
          <p:blipFill>
            <a:blip r:embed="rId11"/>
            <a:srcRect l="47810" t="97280" r="46492" b="-274"/>
            <a:stretch>
              <a:fillRect/>
            </a:stretch>
          </p:blipFill>
          <p:spPr>
            <a:xfrm>
              <a:off x="4700735" y="6798517"/>
              <a:ext cx="680225" cy="167267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83" name="Picture 82">
            <a:extLst>
              <a:ext uri="{FF2B5EF4-FFF2-40B4-BE49-F238E27FC236}">
                <a16:creationId xmlns:a16="http://schemas.microsoft.com/office/drawing/2014/main" id="{553F144D-4976-2C79-06F3-7E5DA9E447F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21144"/>
          <a:stretch>
            <a:fillRect/>
          </a:stretch>
        </p:blipFill>
        <p:spPr>
          <a:xfrm>
            <a:off x="32052418" y="27332268"/>
            <a:ext cx="11138790" cy="4869723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BDBAD3D4-D2DA-63F5-3EBA-E3DCA804B26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39272" y="16553422"/>
            <a:ext cx="8068371" cy="8363978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56F97981-AE22-1ED3-AFFD-70BC2BA0928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368249" y="26330615"/>
            <a:ext cx="8982807" cy="6302751"/>
          </a:xfrm>
          <a:prstGeom prst="rect">
            <a:avLst/>
          </a:prstGeom>
        </p:spPr>
      </p:pic>
      <p:grpSp>
        <p:nvGrpSpPr>
          <p:cNvPr id="144" name="Group 143">
            <a:extLst>
              <a:ext uri="{FF2B5EF4-FFF2-40B4-BE49-F238E27FC236}">
                <a16:creationId xmlns:a16="http://schemas.microsoft.com/office/drawing/2014/main" id="{BCDD05E4-0F35-283B-EA64-FE53278F0F0E}"/>
              </a:ext>
            </a:extLst>
          </p:cNvPr>
          <p:cNvGrpSpPr/>
          <p:nvPr/>
        </p:nvGrpSpPr>
        <p:grpSpPr>
          <a:xfrm>
            <a:off x="23504797" y="8651549"/>
            <a:ext cx="7855464" cy="5720928"/>
            <a:chOff x="6392232" y="1839851"/>
            <a:chExt cx="4824524" cy="3513573"/>
          </a:xfrm>
        </p:grpSpPr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9E1CE681-FAE9-D4EE-6484-77F31BE37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r="51800" b="52840"/>
            <a:stretch/>
          </p:blipFill>
          <p:spPr>
            <a:xfrm>
              <a:off x="6392232" y="2192124"/>
              <a:ext cx="4824524" cy="3161300"/>
            </a:xfrm>
            <a:prstGeom prst="rect">
              <a:avLst/>
            </a:prstGeom>
          </p:spPr>
        </p:pic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D33ADAF7-07F8-5E85-A609-28E95203EA0F}"/>
                </a:ext>
              </a:extLst>
            </p:cNvPr>
            <p:cNvSpPr/>
            <p:nvPr/>
          </p:nvSpPr>
          <p:spPr>
            <a:xfrm>
              <a:off x="7401543" y="1839851"/>
              <a:ext cx="1558816" cy="2903946"/>
            </a:xfrm>
            <a:prstGeom prst="rect">
              <a:avLst/>
            </a:prstGeom>
            <a:gradFill>
              <a:gsLst>
                <a:gs pos="0">
                  <a:schemeClr val="accent2">
                    <a:alpha val="29676"/>
                  </a:schemeClr>
                </a:gs>
                <a:gs pos="13000">
                  <a:schemeClr val="accent2">
                    <a:alpha val="15000"/>
                  </a:schemeClr>
                </a:gs>
                <a:gs pos="92000">
                  <a:schemeClr val="bg2">
                    <a:alpha val="14581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b="1"/>
                <a:t>R2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8481FD8A-8586-E96B-A217-8D2DCD683330}"/>
                </a:ext>
              </a:extLst>
            </p:cNvPr>
            <p:cNvSpPr/>
            <p:nvPr/>
          </p:nvSpPr>
          <p:spPr>
            <a:xfrm>
              <a:off x="9667150" y="1839852"/>
              <a:ext cx="1493350" cy="2963419"/>
            </a:xfrm>
            <a:prstGeom prst="rect">
              <a:avLst/>
            </a:prstGeom>
            <a:gradFill flip="none" rotWithShape="1">
              <a:gsLst>
                <a:gs pos="13000">
                  <a:schemeClr val="tx2">
                    <a:lumMod val="75000"/>
                    <a:lumOff val="25000"/>
                    <a:alpha val="14948"/>
                  </a:schemeClr>
                </a:gs>
                <a:gs pos="92000">
                  <a:schemeClr val="accent1">
                    <a:lumMod val="30000"/>
                    <a:lumOff val="70000"/>
                    <a:alpha val="14981"/>
                  </a:scheme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b="1"/>
                <a:t>R3</a:t>
              </a:r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E3BC643A-D451-7E3D-B868-5C18BE9AAC9C}"/>
              </a:ext>
            </a:extLst>
          </p:cNvPr>
          <p:cNvSpPr txBox="1"/>
          <p:nvPr/>
        </p:nvSpPr>
        <p:spPr>
          <a:xfrm>
            <a:off x="14500416" y="6765322"/>
            <a:ext cx="163605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i="0" dirty="0">
                <a:solidFill>
                  <a:srgbClr val="151515"/>
                </a:solidFill>
                <a:effectLst/>
              </a:rPr>
              <a:t>Molecular Dynamics Simulations Identify Aromatic Binding Sites between EPI-001 and Tau-5 R2-R3,</a:t>
            </a:r>
            <a:r>
              <a:rPr lang="en-US" sz="4000" b="1" dirty="0">
                <a:solidFill>
                  <a:srgbClr val="151515"/>
                </a:solidFill>
              </a:rPr>
              <a:t> </a:t>
            </a:r>
            <a:r>
              <a:rPr lang="en-US" sz="4000" b="1" i="0" dirty="0">
                <a:solidFill>
                  <a:srgbClr val="151515"/>
                </a:solidFill>
                <a:effectLst/>
              </a:rPr>
              <a:t>Primarily at W397 and W433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CFEF86F-1093-3F01-845B-6131A7E1A136}"/>
              </a:ext>
            </a:extLst>
          </p:cNvPr>
          <p:cNvSpPr txBox="1"/>
          <p:nvPr/>
        </p:nvSpPr>
        <p:spPr>
          <a:xfrm>
            <a:off x="25969336" y="14414303"/>
            <a:ext cx="58536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>
                <a:solidFill>
                  <a:srgbClr val="151515"/>
                </a:solidFill>
              </a:rPr>
              <a:t>Zhu, Robustelli,</a:t>
            </a:r>
            <a:r>
              <a:rPr lang="en-US" sz="2800" dirty="0">
                <a:solidFill>
                  <a:srgbClr val="151515"/>
                </a:solidFill>
              </a:rPr>
              <a:t> </a:t>
            </a:r>
            <a:r>
              <a:rPr lang="en-US" sz="2800" i="1" dirty="0">
                <a:solidFill>
                  <a:srgbClr val="151515"/>
                </a:solidFill>
              </a:rPr>
              <a:t>Nat. Comms </a:t>
            </a:r>
            <a:r>
              <a:rPr lang="en-US" sz="2800" dirty="0">
                <a:solidFill>
                  <a:srgbClr val="151515"/>
                </a:solidFill>
              </a:rPr>
              <a:t>2022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580C22-646E-1E80-FC4F-76FD071A7554}"/>
              </a:ext>
            </a:extLst>
          </p:cNvPr>
          <p:cNvSpPr txBox="1"/>
          <p:nvPr/>
        </p:nvSpPr>
        <p:spPr>
          <a:xfrm>
            <a:off x="14449300" y="25518993"/>
            <a:ext cx="165158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ea typeface="Yu Mincho" panose="02020400000000000000" pitchFamily="18" charset="-128"/>
              </a:rPr>
              <a:t>W397A/W433A Tau-5* Binds EPI-001 More Weakly than WT Tau-5* </a:t>
            </a:r>
            <a:endParaRPr lang="en-US" sz="4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AAB5EA-EB2B-9DB1-B998-37ABCD11160F}"/>
              </a:ext>
            </a:extLst>
          </p:cNvPr>
          <p:cNvSpPr txBox="1"/>
          <p:nvPr/>
        </p:nvSpPr>
        <p:spPr>
          <a:xfrm>
            <a:off x="31679969" y="13792200"/>
            <a:ext cx="12015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ea typeface="Yu Mincho" panose="02020400000000000000" pitchFamily="18" charset="-128"/>
              </a:rPr>
              <a:t>Aromatic to Aliphatic Mutations Alter the Global Properties of  Tau-5* Conformational Ensemble</a:t>
            </a:r>
            <a:endParaRPr lang="en-US" sz="4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90CF1F-EC2F-18F6-A723-CBB9EB5A65A3}"/>
              </a:ext>
            </a:extLst>
          </p:cNvPr>
          <p:cNvSpPr txBox="1"/>
          <p:nvPr/>
        </p:nvSpPr>
        <p:spPr>
          <a:xfrm>
            <a:off x="31686065" y="6774985"/>
            <a:ext cx="12015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ea typeface="Yu Mincho" panose="02020400000000000000" pitchFamily="18" charset="-128"/>
              </a:rPr>
              <a:t>Use of SEC-SAXS to Isolate and Characterize </a:t>
            </a:r>
          </a:p>
          <a:p>
            <a:pPr algn="ctr"/>
            <a:r>
              <a:rPr lang="en-US" sz="4000" b="1" dirty="0">
                <a:ea typeface="Yu Mincho" panose="02020400000000000000" pitchFamily="18" charset="-128"/>
              </a:rPr>
              <a:t>Global Properties of Monomer Tau-5*</a:t>
            </a:r>
            <a:endParaRPr lang="en-US" sz="4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5AF40F-C4DD-3DB9-1CD6-3A954DE5E248}"/>
              </a:ext>
            </a:extLst>
          </p:cNvPr>
          <p:cNvSpPr txBox="1"/>
          <p:nvPr/>
        </p:nvSpPr>
        <p:spPr>
          <a:xfrm>
            <a:off x="31787317" y="8026529"/>
            <a:ext cx="117289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Size Exclusion Chromatography (SEC) </a:t>
            </a:r>
          </a:p>
          <a:p>
            <a:pPr algn="ctr"/>
            <a:r>
              <a:rPr lang="en-US" sz="3200" dirty="0"/>
              <a:t>in conjunction with Small-Angle X-ray Scattering (SAXS)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502D71A-9D83-F712-7322-DAFBCE3DD85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/>
          <a:srcRect l="9931" t="5635" r="21304" b="33046"/>
          <a:stretch/>
        </p:blipFill>
        <p:spPr>
          <a:xfrm>
            <a:off x="32031054" y="9123856"/>
            <a:ext cx="6481722" cy="404594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7650FFA-4848-8717-5250-12B7CB28727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193063" y="9118305"/>
            <a:ext cx="3493108" cy="235512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32E2D67-5560-4CB2-B937-CFB8A40A294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193063" y="11430000"/>
            <a:ext cx="3493108" cy="235512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DE7558C-C5E4-30E7-C76C-A340B9B26FC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282321" y="15035869"/>
            <a:ext cx="3553073" cy="372946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8D1D387-2F23-1700-1889-7D60EFB6707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9897155" y="15035869"/>
            <a:ext cx="3603471" cy="372946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A7C0784-F097-7724-EB1C-26C872AE130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418569" y="18823653"/>
            <a:ext cx="4900221" cy="469317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6C6D5EE-9A70-642E-1944-8AA45ACCF2C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512776" y="18828571"/>
            <a:ext cx="4899465" cy="469317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DE38E7F-19ED-24B2-047A-C5529B45064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270008" y="15035869"/>
            <a:ext cx="3764878" cy="38062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0AE988F-8B38-690B-409B-8AEA8664BBB5}"/>
              </a:ext>
            </a:extLst>
          </p:cNvPr>
          <p:cNvSpPr txBox="1"/>
          <p:nvPr/>
        </p:nvSpPr>
        <p:spPr>
          <a:xfrm>
            <a:off x="9038410" y="31912814"/>
            <a:ext cx="47842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 err="1">
                <a:solidFill>
                  <a:srgbClr val="151515"/>
                </a:solidFill>
              </a:rPr>
              <a:t>Salvatella</a:t>
            </a:r>
            <a:r>
              <a:rPr lang="en-US" sz="2800" i="1" dirty="0">
                <a:solidFill>
                  <a:srgbClr val="151515"/>
                </a:solidFill>
              </a:rPr>
              <a:t>, Sci Advances </a:t>
            </a:r>
            <a:r>
              <a:rPr lang="en-US" sz="2800" dirty="0">
                <a:solidFill>
                  <a:srgbClr val="151515"/>
                </a:solidFill>
              </a:rPr>
              <a:t>2026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395FA-9BE9-95E4-A6E1-7EE92120936F}"/>
              </a:ext>
            </a:extLst>
          </p:cNvPr>
          <p:cNvSpPr txBox="1"/>
          <p:nvPr/>
        </p:nvSpPr>
        <p:spPr>
          <a:xfrm>
            <a:off x="14431683" y="26620260"/>
            <a:ext cx="783915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Mutation of key aromatic residues W397 and W433 increased transient helicity in R2 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Aromatic residues W397 and W433 seem to promote collapsed helical conformations necessary for greater ligand interaction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A8CC10AF-0B06-D01E-B4E0-C70814DF1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44211" y="26226879"/>
            <a:ext cx="12015200" cy="841248"/>
          </a:xfrm>
          <a:prstGeom prst="rect">
            <a:avLst/>
          </a:prstGeom>
          <a:solidFill>
            <a:srgbClr val="00662C"/>
          </a:solidFill>
          <a:ln w="12700">
            <a:solidFill>
              <a:schemeClr val="accent1">
                <a:shade val="15000"/>
              </a:schemeClr>
            </a:solidFill>
            <a:miter lim="800000"/>
          </a:ln>
        </p:spPr>
        <p:txBody>
          <a:bodyPr wrap="none" lIns="137126" tIns="73152" rIns="137126" bIns="68563" anchor="ctr" anchorCtr="0"/>
          <a:lstStyle>
            <a:defPPr>
              <a:defRPr kern="1200"/>
            </a:defPPr>
          </a:lstStyle>
          <a:p>
            <a:pPr algn="ctr" defTabSz="4702588">
              <a:defRPr/>
            </a:pPr>
            <a:r>
              <a:rPr lang="en-US" sz="3600" b="1" dirty="0">
                <a:solidFill>
                  <a:schemeClr val="bg1"/>
                </a:solidFill>
                <a:latin typeface="+mj-lt"/>
              </a:rPr>
              <a:t>Future Directions to Dissect Possible Binding Mechanisms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3CB8DE-B548-CD52-B59A-548810CB274A}"/>
              </a:ext>
            </a:extLst>
          </p:cNvPr>
          <p:cNvSpPr txBox="1"/>
          <p:nvPr/>
        </p:nvSpPr>
        <p:spPr>
          <a:xfrm>
            <a:off x="31865348" y="24446444"/>
            <a:ext cx="117195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151515"/>
                </a:solidFill>
              </a:rPr>
              <a:t>W397A/W433A Tau-5* monomer has a larger average radius of gyration than WT Tau-5*.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C39EEA-3915-8463-D60F-85C18D666DF3}"/>
              </a:ext>
            </a:extLst>
          </p:cNvPr>
          <p:cNvSpPr txBox="1">
            <a:spLocks/>
          </p:cNvSpPr>
          <p:nvPr/>
        </p:nvSpPr>
        <p:spPr>
          <a:xfrm>
            <a:off x="14500416" y="24826960"/>
            <a:ext cx="11126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1088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151515"/>
                </a:solidFill>
                <a:effectLst/>
                <a:uLnTx/>
                <a:uFillTx/>
                <a:ea typeface="+mn-ea"/>
                <a:cs typeface="+mn-cs"/>
              </a:rPr>
              <a:t>Reid, Loui, Katragadda,</a:t>
            </a:r>
            <a:r>
              <a:rPr lang="en-US" sz="2800" i="1" dirty="0">
                <a:solidFill>
                  <a:srgbClr val="151515"/>
                </a:solidFill>
              </a:rPr>
              <a:t> Garcia,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151515"/>
                </a:solidFill>
                <a:effectLst/>
                <a:uLnTx/>
                <a:uFillTx/>
                <a:ea typeface="+mn-ea"/>
                <a:cs typeface="+mn-cs"/>
              </a:rPr>
              <a:t> Pellegrini, Robustelli, </a:t>
            </a:r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Unpublished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D469EA-157C-27F9-345B-C60F366B2CE3}"/>
              </a:ext>
            </a:extLst>
          </p:cNvPr>
          <p:cNvSpPr txBox="1">
            <a:spLocks/>
          </p:cNvSpPr>
          <p:nvPr/>
        </p:nvSpPr>
        <p:spPr>
          <a:xfrm>
            <a:off x="32374685" y="23720024"/>
            <a:ext cx="11126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10882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151515"/>
                </a:solidFill>
                <a:effectLst/>
                <a:uLnTx/>
                <a:uFillTx/>
                <a:ea typeface="+mn-ea"/>
                <a:cs typeface="+mn-cs"/>
              </a:rPr>
              <a:t>Reid, Loui, Katragadda,</a:t>
            </a:r>
            <a:r>
              <a:rPr lang="en-US" sz="2800" i="1" dirty="0">
                <a:solidFill>
                  <a:srgbClr val="151515"/>
                </a:solidFill>
              </a:rPr>
              <a:t> Garcia,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151515"/>
                </a:solidFill>
                <a:effectLst/>
                <a:uLnTx/>
                <a:uFillTx/>
                <a:ea typeface="+mn-ea"/>
                <a:cs typeface="+mn-cs"/>
              </a:rPr>
              <a:t> Pellegrini, Robustelli, </a:t>
            </a:r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Unpublished Data</a:t>
            </a:r>
          </a:p>
        </p:txBody>
      </p:sp>
    </p:spTree>
    <p:extLst>
      <p:ext uri="{BB962C8B-B14F-4D97-AF65-F5344CB8AC3E}">
        <p14:creationId xmlns:p14="http://schemas.microsoft.com/office/powerpoint/2010/main" val="10729303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persuadingsapphire|08-202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96637123061f4020850ed8"/>
  <p:tag name="FIGURESLIDEID" val="a2e31114-951f-4c04-a081-bbb94857d8f0"/>
  <p:tag name="DATEINSERTED" val="1746022544100"/>
  <p:tag name="BIOJSON" val="{&quot;id&quot;:&quot;51714a7e-2ef6-432a-926c-01ff97ce4480&quot;,&quot;objects&quot;:{&quot;a2e31114-951f-4c04-a081-bbb94857d8f0&quot;:{&quot;id&quot;:&quot;a2e31114-951f-4c04-a081-bbb94857d8f0&quot;,&quot;type&quot;:&quot;FIGURE_OBJECT&quot;,&quot;document&quot;:{&quot;type&quot;:&quot;FIGURE&quot;,&quot;canvasType&quot;:&quot;FIGURE&quot;,&quot;units&quot;:&quot;in&quot;,&quot;aspectRatio&quot;:0,&quot;title&quot;:&quot;SEC-SAXS&quot;},&quot;parent&quot;:{&quot;type&quot;:&quot;DOCUMENT&quot;,&quot;parentId&quot;:&quot;51714a7e-2ef6-432a-926c-01ff97ce4480&quot;,&quot;order&quot;:&quot;992&quot;}},&quot;2350e4a6-a250-46b8-b46f-307a0cb146bd&quot;:{&quot;id&quot;:&quot;2350e4a6-a250-46b8-b46f-307a0cb146bd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parentId&quot;:&quot;a2e31114-951f-4c04-a081-bbb94857d8f0&quot;,&quot;type&quot;:&quot;FRAME&quot;,&quot;order&quot;:&quot;5&quot;}},&quot;0a0dd57e-8d1e-4af7-8d95-bab537b913c7&quot;:{&quot;type&quot;:&quot;FIGURE_OBJECT&quot;,&quot;id&quot;:&quot;0a0dd57e-8d1e-4af7-8d95-bab537b913c7&quot;,&quot;relativeTransform&quot;:{&quot;translate&quot;:{&quot;x&quot;:-175.70410908253413,&quot;y&quot;:-117.13748478494651},&quot;rotate&quot;:6.66133814775094e-16,&quot;skewX&quot;:0,&quot;scale&quot;:{&quot;x&quot;:1,&quot;y&quot;:1}},&quot;opacity&quot;:1,&quot;path&quot;:{&quot;type&quot;:&quot;POLY_LINE&quot;,&quot;points&quot;:[{&quot;x&quot;:-5.871446497803786,&quot;y&quot;:131.76719801834273},{&quot;x&quot;:-143.33114827414246,&quot;y&quot;:131.76719801834287}],&quot;closed&quot;:false},&quot;pathStyles&quot;:[{&quot;type&quot;:&quot;FILL&quot;,&quot;fillStyle&quot;:&quot;rgba(0,0,0,0)&quot;},{&quot;type&quot;:&quot;STROKE&quot;,&quot;strokeStyle&quot;:&quot;rgb(255, 212, 0)&quot;,&quot;lineWidth&quot;:2.7772358217799056,&quot;lineJoin&quot;:&quot;round&quot;}],&quot;isLocked&quot;:false,&quot;parent&quot;:{&quot;type&quot;:&quot;CHILD&quot;,&quot;parentId&quot;:&quot;a2e31114-951f-4c04-a081-bbb94857d8f0&quot;,&quot;order&quot;:&quot;12&quot;},&quot;pathMarkers&quot;:{}},&quot;dc9b9ebf-ae75-487f-aa37-4e6a53e62022&quot;:{&quot;id&quot;:&quot;dc9b9ebf-ae75-487f-aa37-4e6a53e62022&quot;,&quot;type&quot;:&quot;FIGURE_OBJECT&quot;,&quot;relativeTransform&quot;:{&quot;translate&quot;:{&quot;x&quot;:-181.10391148024163,&quot;y&quot;:67.06916397305102},&quot;rotate&quot;:0,&quot;skewX&quot;:0,&quot;scale&quot;:{&quot;x&quot;:1,&quot;y&quot;:1}},&quot;text&quot;:{&quot;textData&quot;:{&quot;lineSpacing&quot;:&quot;normal&quot;,&quot;alignment&quot;:&quot;center&quot;,&quot;lines&quot;:[{&quot;runs&quot;:[{&quot;style&quot;:{&quot;fontFamily&quot;:&quot;Roboto&quot;,&quot;fontSize&quot;:25.65898805795699,&quot;color&quot;:&quot;black&quot;,&quot;fontWeight&quot;:&quot;normal&quot;,&quot;fontStyle&quot;:&quot;normal&quot;,&quot;decoration&quot;:&quot;none&quot;,&quot;script&quot;:&quot;none&quot;},&quot;range&quot;:[0,18]}],&quot;text&quot;:&quot;Protein in solution&quot;}],&quot;verticalAlign&quot;:&quot;TOP&quot;,&quot;_lastCaretLocation&quot;:{&quot;lineIndex&quot;:0,&quot;runIndex&quot;:-1,&quot;charIndex&quot;:-1,&quot;endOfLine&quot;:true}},&quot;format&quot;:&quot;BETTER_TEXT&quot;,&quot;size&quot;:{&quot;x&quot;:122.04839558783812,&quot;y&quot;:57.86101807069301},&quot;targetSize&quot;:{&quot;x&quot;:122.04839558783812,&quot;y&quot;:57.86101807069301},&quot;verticalAlign&quot;:&quot;TOP&quot;},&quot;parent&quot;:{&quot;type&quot;:&quot;CHILD&quot;,&quot;parentId&quot;:&quot;a2e31114-951f-4c04-a081-bbb94857d8f0&quot;,&quot;order&quot;:&quot;15&quot;}},&quot;01e83c33-4d05-4dbb-9d74-52ee43e8f60e&quot;:{&quot;id&quot;:&quot;01e83c33-4d05-4dbb-9d74-52ee43e8f60e&quot;,&quot;name&quot;:&quot;3D - Cylinder&quot;,&quot;type&quot;:&quot;FIGURE_OBJECT&quot;,&quot;relativeTransform&quot;:{&quot;translate&quot;:{&quot;x&quot;:-338.60832120111854,&quot;y&quot;:14.607871674478616},&quot;rotate&quot;:1.5707963267948966,&quot;skewX&quot;:1.07838772983468e-32,&quot;scale&quot;:{&quot;x&quot;:0.2672777272065097,&quot;y&quot;:0.18525039730644619}},&quot;image&quot;:{&quot;url&quot;:&quot;https://icons.biorender.com/biorender/5a69f784a63b3300143e9fc2/3d-cylinder.png&quot;,&quot;fallbackUrl&quot;:&quot;https://res.cloudinary.com/dlcjuc3ej/image/upload/v1516894079/sqfn5waxedxxo2e5btgr.svg#/keystone/api/icons/5a69f784a63b3300143e9fc2/3d-cylinder.svg&quot;,&quot;isPremium&quot;:false,&quot;isPacked&quot;:true,&quot;size&quot;:{&quot;x&quot;:100,&quot;y&quot;:242.5}},&quot;source&quot;:{&quot;id&quot;:&quot;5a69f74088de6b0014333fb0&quot;,&quot;type&quot;:&quot;ASSETS&quot;},&quot;parent&quot;:{&quot;type&quot;:&quot;CHILD&quot;,&quot;parentId&quot;:&quot;a2e31114-951f-4c04-a081-bbb94857d8f0&quot;,&quot;order&quot;:&quot;1&quot;}},&quot;8054211f-0747-426b-b5fd-3a6a3cf26c55&quot;:{&quot;type&quot;:&quot;FIGURE_OBJECT&quot;,&quot;id&quot;:&quot;8054211f-0747-426b-b5fd-3a6a3cf26c55&quot;,&quot;relativeTransform&quot;:{&quot;translate&quot;:{&quot;x&quot;:-82.3980805199655,&quot;y&quot;:-167.8374667634356},&quot;rotate&quot;:0,&quot;skewX&quot;:0,&quot;scale&quot;:{&quot;x&quot;:1,&quot;y&quot;:1}},&quot;opacity&quot;:1,&quot;path&quot;:{&quot;type&quot;:&quot;POLY_LINE&quot;,&quot;points&quot;:[{&quot;x&quot;:130.4114597995727,&quot;y&quot;:0},{&quot;x&quot;:-130.4114597995727,&quot;y&quot;:0}],&quot;closed&quot;:false},&quot;pathStyles&quot;:[{&quot;type&quot;:&quot;FILL&quot;,&quot;fillStyle&quot;:&quot;rgba(0,0,0,0)&quot;},{&quot;type&quot;:&quot;STROKE&quot;,&quot;strokeStyle&quot;:&quot;#232323&quot;,&quot;lineWidth&quot;:1.9244305277875524,&quot;lineJoin&quot;:&quot;round&quot;,&quot;dashArray&quot;:[4]}],&quot;isLocked&quot;:false,&quot;parent&quot;:{&quot;type&quot;:&quot;CHILD&quot;,&quot;parentId&quot;:&quot;a2e31114-951f-4c04-a081-bbb94857d8f0&quot;,&quot;order&quot;:&quot;4&quot;}},&quot;9cc73bd4-223d-4ad7-a0f1-1996b0cfc614&quot;:{&quot;type&quot;:&quot;FIGURE_OBJECT&quot;,&quot;id&quot;:&quot;9cc73bd4-223d-4ad7-a0f1-1996b0cfc614&quot;,&quot;name&quot;:&quot;Generic protein (ball)&quot;,&quot;relativeTransform&quot;:{&quot;translate&quot;:{&quot;x&quot;:-127.0494827206249,&quot;y&quot;:-242.0354940988385},&quot;rotate&quot;:0,&quot;skewX&quot;:0,&quot;scale&quot;:{&quot;x&quot;:0.11000201910831736,&quot;y&quot;:0.11224896642989263}},&quot;opacity&quot;:1,&quot;image&quot;:{&quot;url&quot;:&quot;https://icons.cdn.biorender.com/biorender/5e2b01714f2cc000281aa401/5b33d1441b9d67001413a55e.png&quot;,&quot;fallbackUrl&quot;:&quot;sources/icons/5e2b01714f2cc000281aa401/5b33d1441b9d67001413a55e.sv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a2e31114-951f-4c04-a081-bbb94857d8f0&quot;,&quot;order&quot;:&quot;2&quot;}},&quot;b85fa7c7-332f-4e69-98ef-f79f90dc6e88&quot;:{&quot;type&quot;:&quot;FIGURE_OBJECT&quot;,&quot;id&quot;:&quot;b85fa7c7-332f-4e69-98ef-f79f90dc6e88&quot;,&quot;name&quot;:&quot;Generic protein (ball)&quot;,&quot;relativeTransform&quot;:{&quot;translate&quot;:{&quot;x&quot;:-44.208114640580845,&quot;y&quot;:-243.16411233450907},&quot;rotate&quot;:0.3993051593020271,&quot;skewX&quot;:0,&quot;scale&quot;:{&quot;x&quot;:0.11033917644315404,&quot;y&quot;:0.11259301068168379}},&quot;opacity&quot;:1,&quot;image&quot;:{&quot;url&quot;:&quot;https://icons.cdn.biorender.com/biorender/5e2b01714f2cc000281aa401/5b33d1441b9d67001413a55e.png&quot;,&quot;fallbackUrl&quot;:&quot;sources/icons/5e2b01714f2cc000281aa401/5b33d1441b9d67001413a55e.sv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a2e31114-951f-4c04-a081-bbb94857d8f0&quot;,&quot;order&quot;:&quot;22&quot;}},&quot;c6c4dbaf-5c7c-4af0-91c5-6930b7022052&quot;:{&quot;id&quot;:&quot;c6c4dbaf-5c7c-4af0-91c5-6930b7022052&quot;,&quot;name&quot;:&quot;Chromatography column&quot;,&quot;displayName&quot;:&quot;&quot;,&quot;type&quot;:&quot;FIGURE_OBJECT&quot;,&quot;relativeTransform&quot;:{&quot;translate&quot;:{&quot;x&quot;:-180.62684302648893,&quot;y&quot;:-167.75356954982493},&quot;rotate&quot;:0,&quot;skewX&quot;:0,&quot;scale&quot;:{&quot;x&quot;:0.6340259509351148,&quot;y&quot;:0.6340259509351147}},&quot;image&quot;:{&quot;url&quot;:&quot;https://icons.biorender.com/biorender/5cec60731ef6550400bb18e7/chromatography-column.png&quot;,&quot;fallbackUrl&quot;:&quot;https://res.cloudinary.com/dlcjuc3ej/image/upload/v1558995055/k1xrmz7wwem10ylcrlrz.svg#/keystone/api/icons/5cec60731ef6550400bb18e7/chromatography-column.svg&quot;,&quot;isPremium&quot;:false,&quot;size&quot;:{&quot;x&quot;:100,&quot;y&quot;:379.3103448275862}},&quot;source&quot;:{&quot;id&quot;:&quot;5cec60121ef6550400bb18e6&quot;,&quot;type&quot;:&quot;ASSETS&quot;},&quot;isPremium&quot;:false,&quot;parent&quot;:{&quot;type&quot;:&quot;CHILD&quot;,&quot;parentId&quot;:&quot;a2e31114-951f-4c04-a081-bbb94857d8f0&quot;,&quot;order&quot;:&quot;3&quot;}},&quot;eab5d7d1-e08d-4df3-8070-fcc2944fc516&quot;:{&quot;type&quot;:&quot;FIGURE_OBJECT&quot;,&quot;id&quot;:&quot;eab5d7d1-e08d-4df3-8070-fcc2944fc516&quot;,&quot;name&quot;:&quot;Generic protein (ball)&quot;,&quot;relativeTransform&quot;:{&quot;translate&quot;:{&quot;x&quot;:-87.82586781801177,&quot;y&quot;:-196.60380872344098},&quot;rotate&quot;:-0.448450615792975,&quot;skewX&quot;:-2.8497107143168544e-16,&quot;scale&quot;:{&quot;x&quot;:0.11033917644315404,&quot;y&quot;:0.11259301068168373}},&quot;opacity&quot;:1,&quot;image&quot;:{&quot;url&quot;:&quot;https://icons.cdn.biorender.com/biorender/5e2b01714f2cc000281aa401/5b33d1441b9d67001413a55e.png&quot;,&quot;fallbackUrl&quot;:&quot;sources/icons/5e2b01714f2cc000281aa401/5b33d1441b9d67001413a55e.sv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a2e31114-951f-4c04-a081-bbb94857d8f0&quot;,&quot;order&quot;:&quot;25&quot;}},&quot;6636070a-1f77-4a95-897c-8161fd03f6f6&quot;:{&quot;type&quot;:&quot;FIGURE_OBJECT&quot;,&quot;id&quot;:&quot;6636070a-1f77-4a95-897c-8161fd03f6f6&quot;,&quot;relativeTransform&quot;:{&quot;translate&quot;:{&quot;x&quot;:70.4313600242807,&quot;y&quot;:-252.1163865501301},&quot;rotate&quot;:0,&quot;skewX&quot;:0,&quot;scale&quot;:{&quot;x&quot;:1,&quot;y&quot;:1}},&quot;opacity&quot;:0.56,&quot;path&quot;:{&quot;type&quot;:&quot;POLY_LINE&quot;,&quot;points&quot;:[{&quot;x&quot;:-251.64136187026858,&quot;y&quot;:-13.72739257372072},{&quot;x&quot;:-251.64136187026858,&quot;y&quot;:253.25964926118587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9FD9FF00&quot;,&quot;1&quot;:&quot;#9FD9FF&quot;,&quot;0.45&quot;:&quot;#9FD9FF&quot;}},&quot;lineWidth&quot;:7.697696417387097,&quot;lineJoin&quot;:&quot;round&quot;}],&quot;isLocked&quot;:false,&quot;parent&quot;:{&quot;type&quot;:&quot;CHILD&quot;,&quot;parentId&quot;:&quot;a2e31114-951f-4c04-a081-bbb94857d8f0&quot;,&quot;order&quot;:&quot;05&quot;},&quot;connectorInfo&quot;:{&quot;connectedObjects&quot;:[],&quot;type&quot;:&quot;LINE&quot;,&quot;offset&quot;:{&quot;x&quot;:0,&quot;y&quot;:0},&quot;bending&quot;:0.1,&quot;firstElementIsHead&quot;:true,&quot;customized&quot;:true}},&quot;9897478f-70c7-40cf-846a-f61c1f988330&quot;:{&quot;type&quot;:&quot;FIGURE_OBJECT&quot;,&quot;id&quot;:&quot;9897478f-70c7-40cf-846a-f61c1f988330&quot;,&quot;relativeTransform&quot;:{&quot;translate&quot;:{&quot;x&quot;:161.39461205785574,&quot;y&quot;:-118.6280771306499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25.65898805795699,&quot;color&quot;:&quot;#232323&quot;,&quot;fontWeight&quot;:&quot;normal&quot;,&quot;fontStyle&quot;:&quot;normal&quot;,&quot;decoration&quot;:&quot;none&quot;,&quot;script&quot;:&quot;none&quot;},&quot;range&quot;:[0,17]}],&quot;text&quot;:&quot;Protein aggregates&quot;}],&quot;verticalAlign&quot;:&quot;TOP&quot;,&quot;_lastCaretLocation&quot;:{&quot;lineIndex&quot;:0,&quot;runIndex&quot;:-1,&quot;charIndex&quot;:-1,&quot;endOfLine&quot;:true}},&quot;size&quot;:{&quot;x&quot;:218.65752341134254,&quot;y&quot;:28.866361565201615},&quot;targetSize&quot;:{&quot;x&quot;:218.65752341134254,&quot;y&quot;:28.866361565201615},&quot;format&quot;:&quot;BETTER_TEXT&quot;,&quot;verticalAlign&quot;:&quot;TOP&quot;},&quot;isLocked&quot;:false,&quot;parent&quot;:{&quot;type&quot;:&quot;CHILD&quot;,&quot;parentId&quot;:&quot;a2e31114-951f-4c04-a081-bbb94857d8f0&quot;,&quot;order&quot;:&quot;5&quot;}},&quot;92d20228-116b-4c9e-bc4a-479173462beb&quot;:{&quot;type&quot;:&quot;FIGURE_OBJECT&quot;,&quot;id&quot;:&quot;92d20228-116b-4c9e-bc4a-479173462beb&quot;,&quot;relativeTransform&quot;:{&quot;translate&quot;:{&quot;x&quot;:139.9429076791863,&quot;y&quot;:-217.04685639622122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left&quot;,&quot;lines&quot;:[{&quot;runs&quot;:[{&quot;style&quot;:{&quot;fontFamily&quot;:&quot;Roboto&quot;,&quot;fontSize&quot;:25.65898805795699,&quot;color&quot;:&quot;#232323&quot;,&quot;fontWeight&quot;:&quot;normal&quot;,&quot;fontStyle&quot;:&quot;normal&quot;,&quot;decoration&quot;:&quot;none&quot;,&quot;script&quot;:&quot;none&quot;},&quot;range&quot;:[0,13]}],&quot;text&quot;:&quot;Protein sample&quot;}],&quot;verticalAlign&quot;:&quot;TOP&quot;,&quot;_lastCaretLocation&quot;:{&quot;lineIndex&quot;:0,&quot;runIndex&quot;:-1,&quot;charIndex&quot;:-1,&quot;endOfLine&quot;:true}},&quot;size&quot;:{&quot;x&quot;:175.75411465400342,&quot;y&quot;:28.866361565201615},&quot;targetSize&quot;:{&quot;x&quot;:175.75411465400342,&quot;y&quot;:28.866361565201615},&quot;format&quot;:&quot;BETTER_TEXT&quot;,&quot;verticalAlign&quot;:&quot;TOP&quot;},&quot;isLocked&quot;:false,&quot;parent&quot;:{&quot;type&quot;:&quot;CHILD&quot;,&quot;parentId&quot;:&quot;a2e31114-951f-4c04-a081-bbb94857d8f0&quot;,&quot;order&quot;:&quot;52&quot;}},&quot;3d19721e-91e3-450f-9349-be3240a8994b&quot;:{&quot;type&quot;:&quot;FIGURE_OBJECT&quot;,&quot;id&quot;:&quot;3d19721e-91e3-450f-9349-be3240a8994b&quot;,&quot;name&quot;:&quot;Generic protein (ball)&quot;,&quot;relativeTransform&quot;:{&quot;translate&quot;:{&quot;x&quot;:-181.10466971522638,&quot;y&quot;:14.017924916046155},&quot;rotate&quot;:-0.448450615792975,&quot;skewX&quot;:-4.942167532200316e-16,&quot;scale&quot;:{&quot;x&quot;:0.03311931967787759,&quot;y&quot;:0.03379582877512706}},&quot;opacity&quot;:1,&quot;image&quot;:{&quot;url&quot;:&quot;https://icons.cdn.biorender.com/biorender/5f5003bb78482a0026a94de4/5b33d1441b9d67001413a55e.png&quot;,&quot;fallbackUrl&quot;:&quot;sources/icons/5f5003bb78482a0026a94de4/5b33d1441b9d67001413a55e.sv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a2e31114-951f-4c04-a081-bbb94857d8f0&quot;,&quot;order&quot;:&quot;62&quot;}},&quot;1644324a-ddbb-4f5d-b139-1e2507af7ed2&quot;:{&quot;type&quot;:&quot;FIGURE_OBJECT&quot;,&quot;id&quot;:&quot;1644324a-ddbb-4f5d-b139-1e2507af7ed2&quot;,&quot;name&quot;:&quot;Generic protein (ball)&quot;,&quot;relativeTransform&quot;:{&quot;translate&quot;:{&quot;x&quot;:13.639697254152793,&quot;y&quot;:-208.06040039487615},&quot;rotate&quot;:-0.4573189437104965,&quot;skewX&quot;:7.124276785792136e-17,&quot;scale&quot;:{&quot;x&quot;:0.11033917644315404,&quot;y&quot;:0.1125930106816838}},&quot;opacity&quot;:1,&quot;image&quot;:{&quot;url&quot;:&quot;https://icons.cdn.biorender.com/biorender/5e2b01714f2cc000281aa401/5b33d1441b9d67001413a55e.png&quot;,&quot;fallbackUrl&quot;:&quot;sources/icons/5e2b01714f2cc000281aa401/5b33d1441b9d67001413a55e.sv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a2e31114-951f-4c04-a081-bbb94857d8f0&quot;,&quot;order&quot;:&quot;72&quot;}},&quot;bb06b07a-f0ea-4776-91e1-81ce0179fa3a&quot;:{&quot;id&quot;:&quot;bb06b07a-f0ea-4776-91e1-81ce0179fa3a&quot;,&quot;name&quot;:&quot;Water drop&quot;,&quot;displayName&quot;:&quot;&quot;,&quot;type&quot;:&quot;FIGURE_OBJECT&quot;,&quot;relativeTransform&quot;:{&quot;translate&quot;:{&quot;x&quot;:-181.10466971522638,&quot;y&quot;:10.518971999051843},&quot;rotate&quot;:0,&quot;skewX&quot;:0,&quot;scale&quot;:{&quot;x&quot;:0.42813735941501563,&quot;y&quot;:0.4281373594150156}},&quot;image&quot;:{&quot;url&quot;:&quot;https://icons.cdn.biorender.com/biorender/6356c4189af5b70021be1a4d/6356c3b89af5b70021be1a21.png&quot;,&quot;isPremium&quot;:false,&quot;isOrgIcon&quot;:false,&quot;size&quot;:{&quot;x&quot;:50,&quot;y&quot;:79.75},&quot;fallbackUrl&quot;:&quot;sources/icons/6356c4189af5b70021be1a4d/6356c3b89af5b70021be1a21.svg&quot;},&quot;source&quot;:{&quot;id&quot;:&quot;6356c3b89af5b70021be1a21&quot;,&quot;version&quot;:&quot;20221024165755&quot;,&quot;type&quot;:&quot;ASSETS&quot;},&quot;isPremium&quot;:false,&quot;parent&quot;:{&quot;type&quot;:&quot;CHILD&quot;,&quot;parentId&quot;:&quot;a2e31114-951f-4c04-a081-bbb94857d8f0&quot;,&quot;order&quot;:&quot;6&quot;}},&quot;cead0312-931b-4569-bb90-5a36c8dff59c&quot;:{&quot;type&quot;:&quot;FIGURE_OBJECT&quot;,&quot;id&quot;:&quot;cead0312-931b-4569-bb90-5a36c8dff59c&quot;,&quot;relativeTransform&quot;:{&quot;translate&quot;:{&quot;x&quot;:-284.42536237690535,&quot;y&quot;:-217.04685639622122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right&quot;,&quot;lines&quot;:[{&quot;runs&quot;:[{&quot;style&quot;:{&quot;fontWeight&quot;:&quot;normal&quot;,&quot;fontStyle&quot;:&quot;normal&quot;,&quot;fontSize&quot;:25.65898805795699,&quot;fontFamily&quot;:&quot;Roboto&quot;,&quot;color&quot;:&quot;#232323&quot;,&quot;decoration&quot;:&quot;none&quot;},&quot;range&quot;:[0,9]}],&quot;text&quot;:&quot;SEC column&quot;}],&quot;verticalAlign&quot;:&quot;TOP&quot;,&quot;_lastCaretLocation&quot;:{&quot;lineIndex&quot;:0,&quot;runIndex&quot;:0,&quot;charIndex&quot;:1}},&quot;size&quot;:{&quot;x&quot;:141.30750276626136,&quot;y&quot;:28.866361565201615},&quot;targetSize&quot;:{&quot;x&quot;:141.30750276626136,&quot;y&quot;:28.866361565201615},&quot;format&quot;:&quot;BETTER_TEXT&quot;,&quot;verticalAlign&quot;:&quot;TOP&quot;},&quot;isLocked&quot;:false,&quot;parent&quot;:{&quot;type&quot;:&quot;CHILD&quot;,&quot;parentId&quot;:&quot;a2e31114-951f-4c04-a081-bbb94857d8f0&quot;,&quot;order&quot;:&quot;75&quot;}},&quot;52a61133-433a-4f39-962b-ce069fa9d22b&quot;:{&quot;id&quot;:&quot;52a61133-433a-4f39-962b-ce069fa9d22b&quot;,&quot;type&quot;:&quot;FIGURE_OBJECT&quot;,&quot;relativeTransform&quot;:{&quot;translate&quot;:{&quot;x&quot;:-250.3054064685074,&quot;y&quot;:-7.376890924194214},&quot;rotate&quot;:0,&quot;skewX&quot;:0,&quot;scale&quot;:{&quot;x&quot;:1,&quot;y&quot;:1}},&quot;text&quot;:{&quot;textData&quot;:{&quot;lineSpacing&quot;:&quot;normal&quot;,&quot;alignment&quot;:&quot;center&quot;,&quot;lines&quot;:[{&quot;runs&quot;:[{&quot;style&quot;:{&quot;fontFamily&quot;:&quot;Roboto&quot;,&quot;fontSize&quot;:25.65898805795699,&quot;color&quot;:&quot;black&quot;,&quot;fontWeight&quot;:&quot;normal&quot;,&quot;fontStyle&quot;:&quot;normal&quot;,&quot;decoration&quot;:&quot;none&quot;,&quot;script&quot;:&quot;none&quot;},&quot;range&quot;:[0,5]}],&quot;text&quot;:&quot;X-rays&quot;}],&quot;verticalAlign&quot;:&quot;TOP&quot;,&quot;_lastCaretLocation&quot;:{&quot;lineIndex&quot;:0,&quot;runIndex&quot;:-1,&quot;charIndex&quot;:-1,&quot;endOfLine&quot;:true}},&quot;format&quot;:&quot;BETTER_TEXT&quot;,&quot;size&quot;:{&quot;x&quot;:84.14307177268455,&quot;y&quot;:28.866361565201615},&quot;targetSize&quot;:{&quot;x&quot;:84.14307177268455,&quot;y&quot;:28.866361565201615},&quot;verticalAlign&quot;:&quot;TOP&quot;},&quot;parent&quot;:{&quot;type&quot;:&quot;CHILD&quot;,&quot;parentId&quot;:&quot;a2e31114-951f-4c04-a081-bbb94857d8f0&quot;,&quot;order&quot;:&quot;8&quot;}},&quot;d502d2b9-d3e7-4127-bfad-fbfc067843c0&quot;:{&quot;type&quot;:&quot;FIGURE_OBJECT&quot;,&quot;id&quot;:&quot;d502d2b9-d3e7-4127-bfad-fbfc067843c0&quot;,&quot;relativeTransform&quot;:{&quot;translate&quot;:{&quot;x&quot;:-100.07327650820847,&quot;y&quot;:-10.597823821718208},&quot;rotate&quot;:0,&quot;skewX&quot;:0,&quot;scale&quot;:{&quot;x&quot;:1,&quot;y&quot;:1}},&quot;opacity&quot;:1,&quot;path&quot;:{&quot;type&quot;:&quot;POLY_LINE&quot;,&quot;points&quot;:[{&quot;x&quot;:-81.48673533091578,&quot;y&quot;:25.08544687503707},{&quot;x&quot;:70.69028141341,&quot;y&quot;:70.19623674619218},{&quot;x&quot;:70.69028141341,&quot;y&quot;:24.691418336044748},{&quot;x&quot;:70.69028141341,&quot;y&quot;:-21.85362930628966}],&quot;closed&quot;:true},&quot;pathStyles&quot;:[{&quot;type&quot;:&quot;FILL&quot;,&quot;fillStyle&quot;:&quot;rgba(255, 212, 0, 0.6470588235294118)&quot;},{&quot;type&quot;:&quot;STROKE&quot;,&quot;strokeStyle&quot;:&quot;#95aad3&quot;,&quot;lineWidth&quot;:0,&quot;lineJoin&quot;:&quot;round&quot;}],&quot;isLocked&quot;:false,&quot;parent&quot;:{&quot;type&quot;:&quot;CHILD&quot;,&quot;parentId&quot;:&quot;a2e31114-951f-4c04-a081-bbb94857d8f0&quot;,&quot;order&quot;:&quot;55&quot;},&quot;connectorInfo&quot;:{&quot;connectedObjects&quot;:[],&quot;type&quot;:&quot;ELBOW&quot;,&quot;offset&quot;:{&quot;x&quot;:0,&quot;y&quot;:0},&quot;bending&quot;:0.1,&quot;firstElementIsHead&quot;:true,&quot;customized&quot;:true}},&quot;f4a390b0-8b89-48cb-97b8-6c933cf210a8&quot;:{&quot;type&quot;:&quot;FIGURE_OBJECT&quot;,&quot;id&quot;:&quot;f4a390b0-8b89-48cb-97b8-6c933cf210a8&quot;,&quot;parent&quot;:{&quot;type&quot;:&quot;CHILD&quot;,&quot;parentId&quot;:&quot;a2e31114-951f-4c04-a081-bbb94857d8f0&quot;,&quot;order&quot;:&quot;65&quot;},&quot;relativeTransform&quot;:{&quot;translate&quot;:{&quot;x&quot;:-496.3305762179846,&quot;y&quot;:-453.75442082040763},&quot;rotate&quot;:0,&quot;skewX&quot;:0,&quot;scale&quot;:{&quot;x&quot;:1,&quot;y&quot;:1}}},&quot;14489738-6756-476c-a44f-651494b3b5db&quot;:{&quot;type&quot;:&quot;FIGURE_OBJECT&quot;,&quot;id&quot;:&quot;14489738-6756-476c-a44f-651494b3b5db&quot;,&quot;name&quot;:&quot;Generic protein (ball)&quot;,&quot;relativeTransform&quot;:{&quot;translate&quot;:{&quot;x&quot;:373.67612996345287,&quot;y&quot;:342.98535838070035},&quot;rotate&quot;:1.0109918015403552,&quot;skewX&quot;:1.424855357158428e-16,&quot;scale&quot;:{&quot;x&quot;:0.11033917644315401,&quot;y&quot;:0.11259301068168381}},&quot;opacity&quot;:1,&quot;image&quot;:{&quot;url&quot;:&quot;https://icons.cdn.biorender.com/biorender/5e2b01714f2cc000281aa401/5b33d1441b9d67001413a55e.png&quot;,&quot;fallbackUrl&quot;:&quot;sources/icons/5e2b01714f2cc000281aa401/5b33d1441b9d67001413a55e.sv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f4a390b0-8b89-48cb-97b8-6c933cf210a8&quot;,&quot;order&quot;:&quot;2&quot;}},&quot;f7c77218-70cd-4cb6-8595-fd21bbe7190b&quot;:{&quot;type&quot;:&quot;FIGURE_OBJECT&quot;,&quot;id&quot;:&quot;f7c77218-70cd-4cb6-8595-fd21bbe7190b&quot;,&quot;name&quot;:&quot;Generic protein (ball)&quot;,&quot;relativeTransform&quot;:{&quot;translate&quot;:{&quot;x&quot;:405.69000837014227,&quot;y&quot;:325.038815608954},&quot;rotate&quot;:-0.13119429023000945,&quot;skewX&quot;:0,&quot;scale&quot;:{&quot;x&quot;:0.11033917644315412,&quot;y&quot;:0.11259301068168381}},&quot;opacity&quot;:1,&quot;image&quot;:{&quot;url&quot;:&quot;https://icons.cdn.biorender.com/biorender/5e2b01714f2cc000281aa401/5b33d1441b9d67001413a55e.png&quot;,&quot;fallbackUrl&quot;:&quot;sources/icons/5e2b01714f2cc000281aa401/5b33d1441b9d67001413a55e.sv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f4a390b0-8b89-48cb-97b8-6c933cf210a8&quot;,&quot;order&quot;:&quot;5&quot;}},&quot;ed573c63-427d-41c0-820c-810f6bb44e0c&quot;:{&quot;type&quot;:&quot;FIGURE_OBJECT&quot;,&quot;id&quot;:&quot;ed573c63-427d-41c0-820c-810f6bb44e0c&quot;,&quot;name&quot;:&quot;Generic protein (ball)&quot;,&quot;relativeTransform&quot;:{&quot;translate&quot;:{&quot;x&quot;:397.52987688228757,&quot;y&quot;:363.93229804688565},&quot;rotate&quot;:0.3993051593020271,&quot;skewX&quot;:0,&quot;scale&quot;:{&quot;x&quot;:0.11033917644315404,&quot;y&quot;:0.11259301068168377}},&quot;opacity&quot;:1,&quot;image&quot;:{&quot;url&quot;:&quot;https://icons.cdn.biorender.com/biorender/5e2b01714f2cc000281aa401/5b33d1441b9d67001413a55e.png&quot;,&quot;fallbackUrl&quot;:&quot;sources/icons/5e2b01714f2cc000281aa401/5b33d1441b9d67001413a55e.sv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f4a390b0-8b89-48cb-97b8-6c933cf210a8&quot;,&quot;order&quot;:&quot;7&quot;}},&quot;47362263-d7f6-4ff2-b759-0c6c35df2dd1&quot;:{&quot;type&quot;:&quot;FIGURE_OBJECT&quot;,&quot;id&quot;:&quot;47362263-d7f6-4ff2-b759-0c6c35df2dd1&quot;,&quot;parent&quot;:{&quot;type&quot;:&quot;CHILD&quot;,&quot;parentId&quot;:&quot;a2e31114-951f-4c04-a081-bbb94857d8f0&quot;,&quot;order&quot;:&quot;7&quot;},&quot;relativeTransform&quot;:{&quot;translate&quot;:{&quot;x&quot;:-496.3305762179846,&quot;y&quot;:-453.75442082040763},&quot;rotate&quot;:0,&quot;skewX&quot;:0,&quot;scale&quot;:{&quot;x&quot;:1,&quot;y&quot;:1}}},&quot;d9e7f311-3286-49c1-94c4-aab77c8baa88&quot;:{&quot;type&quot;:&quot;FIGURE_OBJECT&quot;,&quot;id&quot;:&quot;d9e7f311-3286-49c1-94c4-aab77c8baa88&quot;,&quot;name&quot;:&quot;Generic protein (ball)&quot;,&quot;relativeTransform&quot;:{&quot;translate&quot;:{&quot;x&quot;:474.6654349659775,&quot;y&quot;:327.29640476410754},&quot;rotate&quot;:0.2630168357360724,&quot;skewX&quot;:-3.5621383928960686e-17,&quot;scale&quot;:{&quot;x&quot;:0.11033917644315402,&quot;y&quot;:0.11259301068168383}},&quot;opacity&quot;:1,&quot;image&quot;:{&quot;url&quot;:&quot;https://icons.cdn.biorender.com/biorender/5e2b01714f2cc000281aa401/5b33d1441b9d67001413a55e.png&quot;,&quot;fallbackUrl&quot;:&quot;sources/icons/5e2b01714f2cc000281aa401/5b33d1441b9d67001413a55e.sv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47362263-d7f6-4ff2-b759-0c6c35df2dd1&quot;,&quot;order&quot;:&quot;2&quot;}},&quot;55bfa309-d571-4598-92cd-b9b86793db40&quot;:{&quot;type&quot;:&quot;FIGURE_OBJECT&quot;,&quot;id&quot;:&quot;55bfa309-d571-4598-92cd-b9b86793db40&quot;,&quot;name&quot;:&quot;Generic protein (ball)&quot;,&quot;relativeTransform&quot;:{&quot;translate&quot;:{&quot;x&quot;:494.6834483781898,&quot;y&quot;:354.63780438723325},&quot;rotate&quot;:0.2630168357360724,&quot;skewX&quot;:-3.5621383928960686e-17,&quot;scale&quot;:{&quot;x&quot;:0.11033917644315402,&quot;y&quot;:0.11259301068168383}},&quot;opacity&quot;:1,&quot;image&quot;:{&quot;url&quot;:&quot;https://icons.cdn.biorender.com/biorender/5e2b01714f2cc000281aa401/5b33d1441b9d67001413a55e.png&quot;,&quot;fallbackUrl&quot;:&quot;sources/icons/5e2b01714f2cc000281aa401/5b33d1441b9d67001413a55e.sv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47362263-d7f6-4ff2-b759-0c6c35df2dd1&quot;,&quot;order&quot;:&quot;5&quot;}},&quot;064ee434-b196-47a1-8136-9430a46f73d5&quot;:{&quot;id&quot;:&quot;064ee434-b196-47a1-8136-9430a46f73d5&quot;,&quot;type&quot;:&quot;FIGURE_OBJECT&quot;,&quot;relativeTransform&quot;:{&quot;translate&quot;:{&quot;x&quot;:45.91602939592461,&quot;y&quot;:16.10015009472525},&quot;rotate&quot;:0,&quot;skewX&quot;:0,&quot;scale&quot;:{&quot;x&quot;:1,&quot;y&quot;:1}},&quot;text&quot;:{&quot;textData&quot;:{&quot;lineSpacing&quot;:&quot;normal&quot;,&quot;alignment&quot;:&quot;left&quot;,&quot;lines&quot;:[{&quot;runs&quot;:[{&quot;style&quot;:{&quot;fontFamily&quot;:&quot;Roboto&quot;,&quot;fontSize&quot;:25.65898805795699,&quot;color&quot;:&quot;black&quot;,&quot;fontWeight&quot;:&quot;normal&quot;,&quot;fontStyle&quot;:&quot;normal&quot;,&quot;decoration&quot;:&quot;none&quot;,&quot;script&quot;:&quot;none&quot;},&quot;range&quot;:[0,7]}],&quot;text&quot;:&quot;Detector&quot;}],&quot;verticalAlign&quot;:&quot;TOP&quot;,&quot;_lastCaretLocation&quot;:{&quot;lineIndex&quot;:0,&quot;runIndex&quot;:-1,&quot;charIndex&quot;:-1,&quot;endOfLine&quot;:true}},&quot;format&quot;:&quot;BETTER_TEXT&quot;,&quot;size&quot;:{&quot;x&quot;:97.24922284839761,&quot;y&quot;:28.866361565201615},&quot;targetSize&quot;:{&quot;x&quot;:97.24922284839761,&quot;y&quot;:28.866361565201615},&quot;verticalAlign&quot;:&quot;TOP&quot;},&quot;parent&quot;:{&quot;type&quot;:&quot;CHILD&quot;,&quot;parentId&quot;:&quot;a2e31114-951f-4c04-a081-bbb94857d8f0&quot;,&quot;order&quot;:&quot;9&quot;}},&quot;0a9069c9-6807-4c44-8fbf-daf3742008db&quot;:{&quot;type&quot;:&quot;FIGURE_OBJECT&quot;,&quot;id&quot;:&quot;0a9069c9-6807-4c44-8fbf-daf3742008db&quot;,&quot;parent&quot;:{&quot;type&quot;:&quot;CHILD&quot;,&quot;parentId&quot;:&quot;a2e31114-951f-4c04-a081-bbb94857d8f0&quot;,&quot;order&quot;:&quot;02&quot;},&quot;relativeTransform&quot;:{&quot;translate&quot;:{&quot;x&quot;:-496.808402906722,&quot;y&quot;:-515.1473351352654},&quot;rotate&quot;:0,&quot;skewX&quot;:0,&quot;scale&quot;:{&quot;x&quot;:1,&quot;y&quot;:1}}},&quot;b760b94c-2fe4-460d-a5ce-a831b82a600f&quot;:{&quot;type&quot;:&quot;FIGURE_OBJECT&quot;,&quot;id&quot;:&quot;b760b94c-2fe4-460d-a5ce-a831b82a600f&quot;,&quot;relativeTransform&quot;:{&quot;translate&quot;:{&quot;x&quot;:511.50738118632154,&quot;y&quot;:557.6703284754606},&quot;rotate&quot;:0},&quot;opacity&quot;:1,&quot;path&quot;:{&quot;type&quot;:&quot;POLY_LINE&quot;,&quot;points&quot;:[{&quot;x&quot;:-63.840328226052435,&quot;y&quot;:20.295416311517076},{&quot;x&quot;:-63.840328226052435,&quot;y&quot;:-99.8601131202329},{&quot;x&quot;:-22.48960364978906,&quot;y&quot;:-83.30820369351628},{&quot;x&quot;:-22.48960364978906,&quot;y&quot;:42.58545658667167}],&quot;closed&quot;:true},&quot;pathStyles&quot;:[{&quot;type&quot;:&quot;FILL&quot;,&quot;fillStyle&quot;:&quot;rgba(124, 124, 124, 1)&quot;},{&quot;type&quot;:&quot;STROKE&quot;,&quot;strokeStyle&quot;:&quot;rgba(0,0,0,0)&quot;,&quot;lineWidth&quot;:0,&quot;lineJoin&quot;:&quot;round&quot;}],&quot;isLocked&quot;:false,&quot;parent&quot;:{&quot;type&quot;:&quot;CHILD&quot;,&quot;parentId&quot;:&quot;0a9069c9-6807-4c44-8fbf-daf3742008db&quot;,&quot;order&quot;:&quot;2&quot;}},&quot;ed9e76e9-3217-4a15-b957-f65d2a184f72&quot;:{&quot;type&quot;:&quot;FIGURE_OBJECT&quot;,&quot;id&quot;:&quot;ed9e76e9-3217-4a15-b957-f65d2a184f72&quot;,&quot;relativeTransform&quot;:{&quot;translate&quot;:{&quot;x&quot;:466.2978069294351,&quot;y&quot;:528.7213469445626},&quot;rotate&quot;:0},&quot;opacity&quot;:1,&quot;path&quot;:{&quot;type&quot;:&quot;ELLIPSE&quot;,&quot;size&quot;:{&quot;x&quot;:23.774562697697252,&quot;y&quot;:92.05110765884885}},&quot;isLocked&quot;:false,&quot;pathStyles&quot;:[{&quot;type&quot;:&quot;FILL&quot;,&quot;fillStyle&quot;:&quot;rgba(208,211,214,1)&quot;},{&quot;type&quot;:&quot;STROKE&quot;,&quot;strokeStyle&quot;:&quot;#95AAD3&quot;,&quot;lineWidth&quot;:0,&quot;lineJoin&quot;:&quot;round&quot;}],&quot;parent&quot;:{&quot;type&quot;:&quot;CHILD&quot;,&quot;parentId&quot;:&quot;0a9069c9-6807-4c44-8fbf-daf3742008db&quot;,&quot;order&quot;:&quot;5&quot;}},&quot;25fdeb12-3920-4e9a-bcd0-9c541d195aa3&quot;:{&quot;id&quot;:&quot;25fdeb12-3920-4e9a-bcd0-9c541d195aa3&quot;,&quot;name&quot;:&quot;Radial glow&quot;,&quot;displayName&quot;:&quot;&quot;,&quot;type&quot;:&quot;FIGURE_OBJECT&quot;,&quot;relativeTransform&quot;:{&quot;translate&quot;:{&quot;x&quot;:466.2978069294351,&quot;y&quot;:528.7213469445626},&quot;rotate&quot;:0,&quot;skewX&quot;:0,&quot;scale&quot;:{&quot;x&quot;:0.42131445729723227,&quot;y&quot;:1.5317784058685253}},&quot;image&quot;:{&quot;url&quot;:&quot;https://icons.cdn.biorender.com/biorender/6481e3192719280020a3e877/20230608141906/image/6481e3192719280020a3e877.png&quot;,&quot;isPremium&quot;:false,&quot;isOrgIcon&quot;:false,&quot;size&quot;:{&quot;x&quot;:60,&quot;y&quot;:60}},&quot;source&quot;:{&quot;id&quot;:&quot;6481e3192719280020a3e877&quot;,&quot;version&quot;:&quot;20230608141906&quot;,&quot;type&quot;:&quot;ASSETS&quot;},&quot;isPremium&quot;:false,&quot;parent&quot;:{&quot;type&quot;:&quot;CHILD&quot;,&quot;parentId&quot;:&quot;0a9069c9-6807-4c44-8fbf-daf3742008db&quot;,&quot;order&quot;:&quot;7&quot;},&quot;styles&quot;:{&quot;editable&quot;:[{&quot;monochromeTargetColor&quot;:&quot;#797777&quot;,&quot;styleName&quot;:&quot;FILL&quot;,&quot;color&quot;:&quot;#787676&quot;},{&quot;monochromeTargetColor&quot;:&quot;#797777&quot;,&quot;styleName&quot;:&quot;STROKE&quot;}]}},&quot;51714a7e-2ef6-432a-926c-01ff97ce4480&quot;:{&quot;id&quot;:&quot;51714a7e-2ef6-432a-926c-01ff97ce4480&quot;,&quot;type&quot;:&quot;FIGURE_OBJECT&quot;,&quot;document&quot;:{&quot;type&quot;:&quot;DOCUMENT_GROUP&quot;,&quot;canvasType&quot;:&quot;SLIDE&quot;,&quot;units&quot;:&quot;in&quot;}}}}"/>
  <p:tag name="TRANSPARENTBACKGROUND" val="true"/>
  <p:tag name="VERSION" val="1746022493524"/>
  <p:tag name="TITLE" val="Methods"/>
  <p:tag name="CREATORNAME" val="Natalie Loui"/>
</p:tagLst>
</file>

<file path=ppt/theme/theme1.xml><?xml version="1.0" encoding="utf-8"?>
<a:theme xmlns:a="http://schemas.openxmlformats.org/drawingml/2006/main" name="Office Theme">
  <a:themeElements>
    <a:clrScheme name="Workable Color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D0E21"/>
      </a:accent2>
      <a:accent3>
        <a:srgbClr val="196B24"/>
      </a:accent3>
      <a:accent4>
        <a:srgbClr val="FFB124"/>
      </a:accent4>
      <a:accent5>
        <a:srgbClr val="A02B93"/>
      </a:accent5>
      <a:accent6>
        <a:srgbClr val="75C8F9"/>
      </a:accent6>
      <a:hlink>
        <a:srgbClr val="5573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30795</TotalTime>
  <Words>352</Words>
  <Application>Microsoft Macintosh PowerPoint</Application>
  <PresentationFormat>Custom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 Display</vt:lpstr>
      <vt:lpstr>Calibri</vt:lpstr>
      <vt:lpstr>Libre Baskerville</vt:lpstr>
      <vt:lpstr>Times New Roman</vt:lpstr>
      <vt:lpstr>Yu Mincho</vt:lpstr>
      <vt:lpstr>Arial</vt:lpstr>
      <vt:lpstr>Aptos</vt:lpstr>
      <vt:lpstr>Office Theme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to make a scientific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Natalie Loui</cp:lastModifiedBy>
  <cp:revision>300</cp:revision>
  <cp:lastPrinted>2026-08-25T15:18:37Z</cp:lastPrinted>
  <dcterms:modified xsi:type="dcterms:W3CDTF">2026-08-25T17:51:21Z</dcterms:modified>
  <cp:category>templates for scientific poster</cp:category>
</cp:coreProperties>
</file>